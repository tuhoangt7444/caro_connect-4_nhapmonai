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70" r:id="rId2"/>
    <p:sldId id="259" r:id="rId3"/>
    <p:sldId id="280" r:id="rId4"/>
    <p:sldId id="265" r:id="rId5"/>
    <p:sldId id="271" r:id="rId6"/>
    <p:sldId id="272" r:id="rId7"/>
    <p:sldId id="273" r:id="rId8"/>
    <p:sldId id="274" r:id="rId9"/>
    <p:sldId id="281" r:id="rId10"/>
    <p:sldId id="275" r:id="rId11"/>
    <p:sldId id="258" r:id="rId12"/>
    <p:sldId id="276" r:id="rId13"/>
    <p:sldId id="277" r:id="rId14"/>
    <p:sldId id="278" r:id="rId15"/>
    <p:sldId id="282" r:id="rId16"/>
    <p:sldId id="279" r:id="rId17"/>
    <p:sldId id="269" r:id="rId18"/>
    <p:sldId id="283" r:id="rId19"/>
    <p:sldId id="284" r:id="rId20"/>
    <p:sldId id="285" r:id="rId21"/>
    <p:sldId id="286" r:id="rId22"/>
    <p:sldId id="287" r:id="rId23"/>
    <p:sldId id="289" r:id="rId24"/>
    <p:sldId id="288" r:id="rId25"/>
    <p:sldId id="290" r:id="rId26"/>
    <p:sldId id="291" r:id="rId27"/>
    <p:sldId id="292" r:id="rId28"/>
    <p:sldId id="293" r:id="rId29"/>
    <p:sldId id="294" r:id="rId30"/>
    <p:sldId id="295" r:id="rId31"/>
    <p:sldId id="266" r:id="rId32"/>
    <p:sldId id="267" r:id="rId33"/>
    <p:sldId id="268" r:id="rId34"/>
    <p:sldId id="261" r:id="rId35"/>
  </p:sldIdLst>
  <p:sldSz cx="12192000" cy="6858000"/>
  <p:notesSz cx="6858000" cy="9144000"/>
  <p:embeddedFontLst>
    <p:embeddedFont>
      <p:font typeface="Barlow" panose="00000500000000000000" pitchFamily="2" charset="0"/>
      <p:regular r:id="rId36"/>
      <p:bold r:id="rId37"/>
      <p:italic r:id="rId38"/>
      <p:boldItalic r:id="rId39"/>
    </p:embeddedFont>
    <p:embeddedFont>
      <p:font typeface="K2D" panose="020B0604020202020204" charset="-34"/>
      <p:regular r:id="rId40"/>
      <p:bold r:id="rId41"/>
      <p:italic r:id="rId42"/>
      <p:boldItalic r:id="rId43"/>
    </p:embeddedFont>
    <p:embeddedFont>
      <p:font typeface="Readex Pro" panose="020B0604020202020204" charset="-78"/>
      <p:regular r:id="rId44"/>
      <p:bold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5CAA"/>
    <a:srgbClr val="CCFFFF"/>
    <a:srgbClr val="00AFEF"/>
    <a:srgbClr val="FFFFFF"/>
    <a:srgbClr val="27ACE3"/>
    <a:srgbClr val="1F5CA9"/>
    <a:srgbClr val="F2F2F2"/>
    <a:srgbClr val="000000"/>
    <a:srgbClr val="D9D9D9"/>
    <a:srgbClr val="BABA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31" autoAdjust="0"/>
    <p:restoredTop sz="94660"/>
  </p:normalViewPr>
  <p:slideViewPr>
    <p:cSldViewPr snapToGrid="0">
      <p:cViewPr varScale="1">
        <p:scale>
          <a:sx n="69" d="100"/>
          <a:sy n="69" d="100"/>
        </p:scale>
        <p:origin x="864" y="4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8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737"/>
            <a:ext cx="1061859" cy="1062060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0C3C4B-7EB0-A799-EF60-7E7B2A1A5D7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5889A1F-7953-5C39-8687-FF30BEEED6A0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EFB534-7696-D26C-4ED3-9370C4BF548C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CEBF6C9-F2A0-D7EA-46F2-E2BED25E4EEB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FC287AC-3830-D280-1DFB-099F1C622F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61D4A3-C96E-946C-BF56-14B0317E483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FDF354-0251-FE65-2C5F-25380E57F03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6B934B-7F60-9EFE-CEAF-A531BBACD851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BAF9606-2A17-830C-304D-88D56EDB1C47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ADAA7A-04F6-2616-50B0-A84AF6F98FE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6BF1CC2D-4F33-60C3-D015-EE4B3346464B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1C43A459-4626-2124-180B-282157DA3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386F145B-841B-1EA7-87E9-B007B9A54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78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rgbClr val="0070C0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rgbClr val="0070C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5071" y="682679"/>
            <a:ext cx="1061859" cy="1062177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0AFEF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F92E844-1828-0F51-3BFD-DF527D65BF8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0BC67-81A5-AC24-0BB4-9D1D3E835D94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AE1EA0-6222-87BA-38C9-866FE8F2830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606771-B50F-5EF5-AF4C-183C88EEC70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A8AD8D-BBBE-FFAE-563D-62AF760A44A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F63336F-2FD5-E8B2-B179-80665CF8D4BA}"/>
              </a:ext>
            </a:extLst>
          </p:cNvPr>
          <p:cNvSpPr txBox="1"/>
          <p:nvPr userDrawn="1"/>
        </p:nvSpPr>
        <p:spPr>
          <a:xfrm>
            <a:off x="10529591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A62A7F-4A0D-8203-BB6A-E6AFE62BD3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649E161-4DC5-D15C-6DAE-AE38C664B5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CDD46289-EAED-BF63-CD78-95A65C49B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9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logo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686872"/>
            <a:ext cx="11205713" cy="2200204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2887077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3947960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3805958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948C5E-76A7-F702-69DB-282464E77641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456AD05-D0D5-B566-5464-905D6E126C9B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39BB277-D677-7122-583C-E2DA058F670A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FE1A5C2-1028-7EF7-EC88-4F04EC7380D2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542C0C7-F574-E38A-4EB3-08F7967A55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09D78DE-4DE3-2990-85E4-786FD52314B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A8D337-520D-D86F-59BE-49A69B9FFC6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674FC1A-E55F-C03B-647D-62C9D227489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F77203-FB16-225E-E2AD-E6F5BFB29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832108-B491-0ED9-0209-DCDB4B879444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BE3B44A9-629A-9AFC-6A18-1288714D7213}"/>
              </a:ext>
            </a:extLst>
          </p:cNvPr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47E8952C-C96D-E1CF-68EF-C321F55822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43BEA4F-EC22-DCD8-2D07-6E96C6A77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5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P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rgbClr val="00AFEF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66" y="2942152"/>
            <a:ext cx="2921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3CFF9A2-77A5-DDEE-8CD5-81FBB071FF6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E020D5-F981-3E97-FE5E-ADF3F5D5D67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6F97B9-1D92-F527-C77C-03A8413842F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61B76C-9BE8-353C-CE4F-D68CC621DEA4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D53315-09D7-5756-C6C6-55FFDDCFE13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A79C1E-4CE5-9C79-D05A-E661FD9C1020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17A207F-A3E9-4918-9A39-6AFD5C75AE2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41CAD55-C718-D746-6C4B-AC27D7F9E3C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52AF38-7C96-9660-E7DF-32022B50406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98B8E65-85EA-EDA7-0D26-FAB09CE5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6AC2544-66BB-6379-48DA-83F16247F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9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 Background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chemeClr val="bg1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66" y="2914650"/>
            <a:ext cx="364657" cy="36465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D0407ADE-1691-B221-3DBE-A0668F67DFA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D34C1E1A-F6EE-479B-62C5-AAA2AF44D763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CF4A6C1-BB6F-E2E1-2B44-FAD2A1B1382F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C836B12-C2E7-7458-8EEF-C0E54C0712FC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02B1A35-3625-44F2-B450-96259B3697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497A08-099F-1B3E-194B-4232B1D060A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5BAB25-FCB5-FAAB-5765-8D4ACA9B26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09F01B-7545-EE0B-CCDB-EA38604EB38F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B09E43-1817-D52E-1B93-2D03B69FBBF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40A8E4-7C5F-7F57-1FD7-2B62EB3A0CA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1401AA1-7975-3594-DC27-3B15A19D2BF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86A1549-5E94-2A55-30E3-4C7A2D1E807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698C5B0-03A7-5383-3EC8-3710BCD5581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EE419B5B-7A9D-F950-9502-52863B4171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4DAFEAD-AB29-262E-41C9-C3201759F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4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DEB5E8B-9D80-CFB1-EDED-87ECE2CB2B8A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F6291E-292F-647B-E93F-CCF3BD97EF4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72A86A-A3D6-70DE-0206-BB773A44427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AF733AF-6C3E-C1DE-BF08-4108C35CB05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B7700C-E55C-27FB-89BF-E9B044E9EC3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9A2E08-C471-6D85-4D71-8B7583F204F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08275F7-17A7-2357-D01F-B5A5E3884CF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BC96F8B-987B-47C3-DC48-3B2EC5C98BF8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7A3534-0713-475D-C6A5-307770CE20B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EB70784-4611-F5A4-7D58-DD378AF3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7628174-E628-DF34-7A10-83FDFC5D1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3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CEE1D6-0A80-8A7D-310B-2F6B434F47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C110D58-C7C9-AD78-555F-33E02058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81B152-BF7B-A150-5A99-2B451EC38D47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759768-9879-1B7A-B5FA-0DCEFE74D51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889155-4A4A-8DED-164F-8A56C00B8F9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096035-4D5E-EF98-4374-6099861A66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792706-2488-D26C-C54B-F6881C86D05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F36761B-1C8C-2A9C-97D2-FD722A844AE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BA4366D-2C0B-5E27-DC28-A877427191A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538E5B-E5A0-69DD-94F0-C506BC4743B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709C7B13-13FD-9548-48BE-5821DF0AAE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283063C-B225-E607-FC11-4C67B2273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58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- Placehol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B71F910-DD42-8802-386F-AA27E891E3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514350" y="1125114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14348" y="2885650"/>
            <a:ext cx="4467229" cy="224454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 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5667375" y="1125114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E269295-E313-A799-7125-41D39E39DAF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4B895D-114D-C9C2-A547-220F39E95B3A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61B30F-7B6D-78FB-BD6E-E34AD607BE5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27F6DF5-10A9-DC42-E1E9-D1FA91D6BB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1959BFF-8A0A-B338-A74E-37D7F5CED4D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AE9E1AD-2113-53D7-8783-10A60D93296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1424EB-91CE-59BF-400F-9BCF3A182E6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99800F-88A1-1EF2-673A-E19EDD4D12A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FA7C85-7A63-3F94-A6E0-51FBFB0A621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9E5B1EA-BE1C-22C4-8140-1FF7F085C8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3F5244F-399D-4048-0258-1C4D4345F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197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 Left - Titl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36A66E2-7787-687B-3553-97FAF9109C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6737350" y="1332588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737348" y="3093124"/>
            <a:ext cx="4467229" cy="219233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624706" y="1332588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473B34E-C5A1-D7E2-C692-BFBE5EBD6A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1CFE12-2689-2DB3-6CB8-E6D662CAE886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6B0CF2-5878-8045-7665-76673B4F71AB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6C447DE-39C2-0CF7-466F-6F936D0397D6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B166D7-5532-DFCC-4719-A557C504B8F3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B618045-F14E-9F31-0FA0-0532F46BF46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AF28839-2BBD-09C4-84D8-C7BD82D44B55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CD9E80B-3CE1-773E-29BB-8B95E6D4543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CA3E05-765A-20DC-76C7-1BB18527C02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D2971456-C6D4-0F38-6B9E-1F35DDA6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3720CF9-36DD-EAE0-4DFF-B34E1D725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09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787900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626100" y="1109534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26098" y="2870070"/>
            <a:ext cx="5959480" cy="2502381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4787899" y="0"/>
            <a:ext cx="116779" cy="685800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106" y="241300"/>
            <a:ext cx="292100" cy="292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666FBEF-96D4-A728-F979-1B9E3C584618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E8E8DD-CE54-0055-2BF7-151D57DF8BD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72301E-8D74-6168-3E37-23F22C232E8A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F16EF-BF90-0E2D-8C37-9F7F65B32C5A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4C6974A-DD6E-7CB5-8FD4-600450267DC0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6196367-A723-A537-EB98-81ACB69748F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66BEA6-14C4-AF23-E4A2-9D451D536F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8362F22-F1FE-F284-D164-71325E2FE29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52A85AC-B7B7-482A-12B3-980D59815F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BF6D7656-F800-D94D-225F-EDD3105509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7D4C748E-C498-F3D1-FA1A-8DE0452D3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3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F9E864A0-20A2-BDEB-4706-A5E83DDFA4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700000">
            <a:off x="781863" y="1310095"/>
            <a:ext cx="3916148" cy="3910374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575300" y="769938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5298" y="2530474"/>
            <a:ext cx="5959480" cy="3550350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A90EEE0-CD8C-2ACB-25F9-50BB8997F9B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976" y="127568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DDDAF3A5-8C80-403E-4204-D45A798228F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8976" y="3365543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1442A5B8-CFC4-5FD2-2AD5-A6E2BE31C3D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32811" y="1752381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8BE5A7E-5F20-6A38-5D19-14DA476864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776" y="2393663"/>
            <a:ext cx="1716960" cy="1717475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9D97C13-D91F-4682-B432-81FF1B14B49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84DFD5-27A7-C363-7007-2DC193A3EAF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16999E-E9FF-973E-7101-9B1C41997646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66026A7-B4F0-EAA7-6E24-26FFBCA763F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F0E9D6-6802-7688-2B57-6C08D5DA59C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E658449-E3D8-FD81-A0DE-693514AECD38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3B45509-564D-FF36-7D23-E19C5706B85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34F2291-6314-C1AD-04AC-4C2F36AFBCE5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D81222-A6F3-0F0F-54F8-3440A58FEE7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5F7985F-5BDC-B2DF-EE61-A86912B6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3C7577-EE0C-2234-C1BF-DA9C643EE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1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170156" y="134614"/>
            <a:ext cx="3918888" cy="6192390"/>
            <a:chOff x="125766" y="134614"/>
            <a:chExt cx="3918888" cy="619239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25766" y="134614"/>
              <a:ext cx="3918888" cy="54884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332" y="2190750"/>
            <a:ext cx="3335867" cy="376152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333" y="481807"/>
            <a:ext cx="3335866" cy="1570038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210050" y="1233577"/>
            <a:ext cx="7685088" cy="4882552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565" y="285479"/>
            <a:ext cx="457200" cy="457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55DA46C-D8B6-7CFC-66B8-7CB0661BDC5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20D40A-2E3B-C7A9-C896-AB297CD1D502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772D73-D33F-3CF1-F2EC-3AB49AB0A3E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3B7BB71-C74C-F574-53FD-686AF1FFDDB1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F3CACD-6A80-FFA4-A1A8-D43F712955F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FAEB09F-CD5E-7ADC-1B2F-8965E3D7128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F64E0D-6262-6968-C324-91B0C29DAE2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6ACF565-7282-52D8-2F87-9979EB7D22E4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EB52C3-46A3-8597-EB48-A059B972B6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417CD2D-3662-2AA5-03DA-B7DB71FD4D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176764BE-F724-71A0-BE05-2D8CD35F4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62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T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134613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91250" y="465934"/>
            <a:ext cx="5229225" cy="1634339"/>
          </a:xfrm>
        </p:spPr>
        <p:txBody>
          <a:bodyPr wrap="square">
            <a:no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4705" y="3223632"/>
            <a:ext cx="4928369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25089" y="438150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24706" y="3062972"/>
            <a:ext cx="4927984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DE2B706-8307-6ED5-F877-389B0B2979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466" y="2644402"/>
            <a:ext cx="3453753" cy="340239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15" y="2177429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5B4C324-3C81-EE05-863B-0BFD10068AD0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C62863-B89C-435F-F151-714E85DDC0D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D858D0-591A-DB7C-B0CF-EC5885EF6AA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1B9E2AA-8C7B-B434-371B-D07F8E42BC7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048CFE-B19B-7653-369A-1274DDC6A672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B54DA6-059E-42E3-D2C2-7CC236D17F72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78C257-C905-714F-8D36-7C4FEA7B101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171E3B6-9344-8EA5-ECCC-B4E2DB489CB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4D2815-B553-E7E3-A420-642D631F850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43C1B86-79CD-A2B3-901F-0E811E86B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01990695-EF78-6AB0-E960-0608F2EF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55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3979538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1485" y="4229011"/>
            <a:ext cx="5229225" cy="163433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69891" y="811935"/>
            <a:ext cx="5229225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720704" y="2860675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720704" y="2772120"/>
            <a:ext cx="4928369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D997C6-547B-2702-8F85-89942F1AB1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42" y="373388"/>
            <a:ext cx="3453753" cy="340239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467" y="3759764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F876A1-6B11-6FF8-2D84-015F96056B1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CA6408-9D66-09C4-41AB-00CC1729D3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0018DF-49AD-91F7-0DB0-C9BC1261979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0C13370-E7EC-678E-BD5A-DB77AAE1330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E15444-C65B-BCB2-0C08-2D44E08572BC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52101A3-77ED-E52F-5EB8-690B6987CDF4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794B63-DFC9-1FBB-688F-B4BDE18353A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970B167-68C8-83AC-0439-E32E52CA290E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2CD55A-1C1C-F2FF-326E-E4EDF096096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2106D705-167D-4957-B052-389F58C3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4B50CB5C-9421-8092-B746-31E9C2FB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4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Infor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580549"/>
            <a:ext cx="12192000" cy="107901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01972" y="3856819"/>
            <a:ext cx="7445428" cy="2304603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rgbClr val="00000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Các thông tin cá nhân có liên quan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03437" y="2747660"/>
            <a:ext cx="7443963" cy="9044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Nhấn vào để chỉnh sửa tên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584938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Ảnh bìa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64144" y="1144291"/>
            <a:ext cx="2601302" cy="260604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Avatar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3631224" y="3726827"/>
            <a:ext cx="1820007" cy="45719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348756" y="4679980"/>
            <a:ext cx="1574800" cy="1589422"/>
          </a:xfrm>
        </p:spPr>
        <p:txBody>
          <a:bodyPr anchor="ctr" anchorCtr="1"/>
          <a:lstStyle>
            <a:lvl1pPr marL="0" indent="0">
              <a:buNone/>
              <a:defRPr baseline="0">
                <a:latin typeface="K2D" panose="00000500000000000000" pitchFamily="2" charset="-34"/>
              </a:defRPr>
            </a:lvl1pPr>
          </a:lstStyle>
          <a:p>
            <a:r>
              <a:rPr lang="en-US"/>
              <a:t>Mã QR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8399B61-C397-6E24-154B-55AEE91F31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19" y="3749686"/>
            <a:ext cx="2513362" cy="24759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72" y="3047462"/>
            <a:ext cx="292100" cy="2921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78885C0-D685-8BA1-0334-F39B9B68D71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DF714-887C-B1B4-0544-F3318FB9360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5B2670-DCDB-9912-43A9-DB6F7732594F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0719D13-9667-D80B-8E63-2EAE238785E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5820E4-D785-554F-4A26-439F94DC39C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173FE2-FAF0-8CC7-CB52-0A02CAB31B9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C9A41C-6FE6-99FD-63A0-4F13214472F2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E355810-09A4-7711-CAE0-3B52F9B0F7A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CFD61F0-56D5-64BF-42C1-A40A09A1EC8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D9E8BE1-8359-B3EB-76B9-E21898BB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8313AA7-7AE7-BBBB-D161-E7992A58C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0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1</a:t>
            </a:r>
            <a:endParaRPr lang="en-US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839788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308727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2</a:t>
            </a:r>
            <a:endParaRPr lang="en-US" dirty="0"/>
          </a:p>
        </p:txBody>
      </p:sp>
      <p:sp>
        <p:nvSpPr>
          <p:cNvPr id="23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6308726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9BD5AE-860A-11DA-EDCF-22268C7C9A8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50682-E7A5-4FC0-F3BE-BB9A232438AB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9D63CC-5B2D-403A-2D8D-77E5D2B61085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E5D36C9-D247-9D20-3BF2-F3349DFE29EF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3E65D7-4824-ED09-532B-9FC7698CEF8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6AB20A-6E3F-4D3A-66A0-FB26AD4A104F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4847801-603B-FBC5-F985-AE9459E3CD4E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8F14B01-E23B-BFC7-B317-7E21D60D518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B56432E-6829-4DE3-60A2-6B8BBDC6B4B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187C7D7A-D6B4-F348-B4E4-CA33AB53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9648BD2-EBDF-9F5F-296A-DFCA3F0BF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41487" y="465301"/>
            <a:ext cx="36576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0" i="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678998" y="465301"/>
            <a:ext cx="3571623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8530533" y="474155"/>
            <a:ext cx="27432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484734" y="3450874"/>
            <a:ext cx="3788999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741485" y="3450874"/>
            <a:ext cx="64770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1D2F5E-B4B4-4F13-5B40-6B34D4077BF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28C786-22D7-B802-E1CD-F76CACF14CCC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47DAB2-9527-687A-8677-8F0D90CD784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F80466-9EFF-A73A-B6DE-D269BCE066A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3337E1-C74F-3AB9-3062-C33D866163BD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812D348-DF45-A829-E72D-196DEC172D7E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A8F8196-C024-0B7C-46F7-739B24E5DBF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A860906-4DB7-35A0-12A0-880FE34D0611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D6CDF9-3E97-FB61-7CE7-3D09FA86D7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218C02C-39DB-9A5F-95CB-0C3CAB0832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4506B3F-1DF2-A2B1-B917-52BD9BA9F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7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 userDrawn="1"/>
        </p:nvCxnSpPr>
        <p:spPr>
          <a:xfrm>
            <a:off x="60960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97765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6597297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898361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6597892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898257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6597788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27B2114-05AD-5B46-042A-74C2E1E114D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12D61D-E589-A35B-EEF9-9C42ABC10525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A589A6-0D91-BA6C-6308-33240D74B74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A0B255F-3EA0-6316-1814-EA69B3A1C949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9C3888-223C-A47F-802D-E01AE0261584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AFDAA6-E7FA-2A32-DFA6-F90442ED860C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4DC1B11-CA57-3325-DD06-C67EE58D7FC7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8C3C485-7E6C-D1B8-B245-95DB0F954A97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B1F8E9-DA5B-DA41-D6FB-62DFDED23A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1B773FC-C6DB-8895-F8FB-AC357B5F1F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ED3E9AD-AE54-8D77-117E-98F95DCE6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4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9375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latin typeface="Readex Pro" pitchFamily="2" charset="-78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0386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8086459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4378402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8426261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5" hasCustomPrompt="1"/>
          </p:nvPr>
        </p:nvSpPr>
        <p:spPr>
          <a:xfrm>
            <a:off x="329912" y="3302000"/>
            <a:ext cx="3367088" cy="2613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4378402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8426260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4" name="Rectangle 23"/>
          <p:cNvSpPr/>
          <p:nvPr userDrawn="1"/>
        </p:nvSpPr>
        <p:spPr>
          <a:xfrm flipH="1" flipV="1">
            <a:off x="329374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4377232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8425090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A85175A-A5CA-FDCD-9D1E-D1E3A5C0861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72AE3C-B845-C37F-3FA3-517EBBCCD80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3C2B34-BC37-24CD-CCCC-86C84255F60D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A51EC-EB1C-A2F5-191D-39EC3871D7F2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D16B55C-8A59-6B1B-682C-62AA2B73A47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C2AAA9-0C7E-3269-988C-8B585C6196A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92758D9-75FB-A297-C9B0-0046880A091B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A0FD0A9-AA5C-7D0D-4E1D-5CCB189D948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2D20B6-C339-D112-86D5-A51948B07F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D1D37C2-EC33-4641-5CD8-DBFCCC5A5A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F9D2D5D-F42C-AD89-38B2-8E5862B86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9908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4113213" y="-1449386"/>
            <a:ext cx="3965573" cy="105156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043EC71-5B9E-C0BC-1876-C8F7F39BC547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4374B3-12AF-4FD8-DEB7-27010168D059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BA7498-F3BC-86B3-1A69-799334B6D0C9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C85D92-154D-811A-7CED-746E05BC99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FF18A3-B64B-560A-0E4C-FAE23671DD1B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0087580-3DBD-8257-F1D1-7914462F84C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924CB2-D38F-D098-BA0D-F7AF3FD0DAE6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1944464-246D-1746-8383-CA6C986DD6C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6B468E-C03F-EA5D-3562-3CF0D836AD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DB08078-B43B-9900-A614-EDD1B700D3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53B98CF-4D09-7334-F10E-AC294939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15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1875631" y="-672303"/>
            <a:ext cx="5811837" cy="78867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981" y="51983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E9D4A31-78FB-C50E-E557-1D6A2AB1B39D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E77047-2D78-10EA-8B2B-464D363FDA7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B0BADC-EE2D-7AA3-FE84-68EB6BD21ECE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3A035-1495-F2B0-9581-76B6F74E68E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FB4826-5D0F-51B0-8FB3-AF794F93FD9F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DA189B-1ADB-AEB4-5954-98C27419F04D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D18312-4501-E052-78A4-D56485FF5E5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BFB8709-60EF-0C2D-7AE6-97383C28A996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513177-236E-9D57-556A-25BA2A08A56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B60C45-18AD-EA2E-F8C7-09BC10A7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6116A22-46CD-EA17-0317-B3A75C35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97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25583"/>
            <a:ext cx="10515600" cy="978408"/>
          </a:xfrm>
        </p:spPr>
        <p:txBody>
          <a:bodyPr/>
          <a:lstStyle>
            <a:lvl1pPr>
              <a:defRPr lang="en-US" sz="3200" b="1" kern="1200" baseline="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F628E4E-7D92-2696-C967-238AE8D192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CD306E5-CFB4-AF8E-362E-7264A2EE8FC3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40D7E-4410-6230-80DF-9F48DDD5A2AE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71A584-94A8-DB0F-72C3-58733380A872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63D15-A7C4-C136-3C34-D85D43DF91DC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CA5ACA2-579F-CD83-86DA-E253A52172C6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C5BCA61-C1DF-F935-9A58-6E188F2CB055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68E80D1-1F87-F099-C499-A6D08F0D1B73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7DD4F89-FFA6-2586-6CFF-BAD9CA9BBED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ADDEC2-86AA-36BA-1460-FC4BE106E1D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0BAA20-270C-6BB8-126D-274EA4BC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E3DB167-B4F8-7DE2-3FE9-16BA7DFC4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9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977A98-B16D-37D0-150B-AA6EC7793A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0AAABEF-0466-E8D9-7159-4498725EB239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B4BC4-A4A2-B7AE-36B8-5F8601CBD24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324B4-3F68-C3A0-CCD5-76223DA44378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CAF8661-5038-9FE1-BBA8-946867DADAB0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383C5A-EDBD-9F53-185B-2E7B394F3459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FA2C68B-0393-7A63-49AA-3FFE7FE14C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0CA16E1-AF2D-D0AA-1F01-070BA884ACD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BCC7B34-3035-0952-6B45-935B76D988E3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7B063C-9DEE-224B-8FD3-B578122F701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A004C0A-B376-851D-1C1F-61573C0B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D28DB7B-FFF4-7151-C18D-3C7D5D9D8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690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1">
    <p:bg>
      <p:bgPr>
        <a:solidFill>
          <a:srgbClr val="1F5C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F29CC0-A8E3-7B26-83F7-23FD30C83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CA7CBBB-5BEC-4156-BB0B-762A1656305F}"/>
              </a:ext>
            </a:extLst>
          </p:cNvPr>
          <p:cNvSpPr/>
          <p:nvPr userDrawn="1"/>
        </p:nvSpPr>
        <p:spPr>
          <a:xfrm>
            <a:off x="135235" y="6474525"/>
            <a:ext cx="544432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4E0175B-DA75-48B5-9D9D-69732B703EF5}"/>
              </a:ext>
            </a:extLst>
          </p:cNvPr>
          <p:cNvGrpSpPr/>
          <p:nvPr userDrawn="1"/>
        </p:nvGrpSpPr>
        <p:grpSpPr>
          <a:xfrm>
            <a:off x="205437" y="6454898"/>
            <a:ext cx="544432" cy="365125"/>
            <a:chOff x="119712" y="6454898"/>
            <a:chExt cx="544432" cy="36512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FADB430-7D50-4978-89C8-6C6EBBB3035E}"/>
                </a:ext>
              </a:extLst>
            </p:cNvPr>
            <p:cNvSpPr/>
            <p:nvPr userDrawn="1"/>
          </p:nvSpPr>
          <p:spPr>
            <a:xfrm>
              <a:off x="119712" y="6488235"/>
              <a:ext cx="544432" cy="298450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Slide Number Placeholder 5">
              <a:extLst>
                <a:ext uri="{FF2B5EF4-FFF2-40B4-BE49-F238E27FC236}">
                  <a16:creationId xmlns:a16="http://schemas.microsoft.com/office/drawing/2014/main" id="{7688F936-0D30-441F-BBA9-66AE32197B6A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59150" y="6454898"/>
              <a:ext cx="465556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/>
                  </a:solidFill>
                  <a:latin typeface="Barlow" panose="00000500000000000000" pitchFamily="2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E7A8FBE-F383-41C2-9A02-D1D86CE96726}" type="slidenum">
                <a:rPr lang="en-US" smtClean="0">
                  <a:latin typeface="K2D" panose="00000500000000000000" pitchFamily="2" charset="-34"/>
                </a:rPr>
                <a:pPr/>
                <a:t>‹#›</a:t>
              </a:fld>
              <a:endParaRPr lang="en-US">
                <a:latin typeface="K2D" panose="00000500000000000000" pitchFamily="2" charset="-34"/>
              </a:endParaRPr>
            </a:p>
          </p:txBody>
        </p:sp>
      </p:grp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4F36C960-0DDB-40F7-96C6-0E5E092E47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548263"/>
            <a:ext cx="2743200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EB56B231-F846-4811-B632-4AB4BAA9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250632-77FB-405A-BBE8-9981579CE7EF}"/>
              </a:ext>
            </a:extLst>
          </p:cNvPr>
          <p:cNvSpPr txBox="1"/>
          <p:nvPr/>
        </p:nvSpPr>
        <p:spPr>
          <a:xfrm>
            <a:off x="817685" y="6410864"/>
            <a:ext cx="2760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baseline="0">
                <a:solidFill>
                  <a:schemeClr val="bg1"/>
                </a:solidFill>
                <a:latin typeface="K2D" panose="00000500000000000000" pitchFamily="2" charset="-34"/>
              </a:rPr>
              <a:t>ĐẠI HỌC CẦN THƠ</a:t>
            </a:r>
            <a:endParaRPr lang="en-US" sz="1400" b="1">
              <a:solidFill>
                <a:schemeClr val="bg1"/>
              </a:solidFill>
              <a:latin typeface="K2D" panose="00000500000000000000" pitchFamily="2" charset="-3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F06559-0D08-475B-BB2B-C2AD79E1EA9A}"/>
              </a:ext>
            </a:extLst>
          </p:cNvPr>
          <p:cNvSpPr txBox="1"/>
          <p:nvPr userDrawn="1"/>
        </p:nvSpPr>
        <p:spPr>
          <a:xfrm>
            <a:off x="10536385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A2DBFB6-FB51-4349-AD79-DB5E3B289A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02785" y="6488354"/>
            <a:ext cx="9336024" cy="1182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3741078-A544-42D3-8CE7-5F2F115BABE0}"/>
              </a:ext>
            </a:extLst>
          </p:cNvPr>
          <p:cNvSpPr txBox="1"/>
          <p:nvPr userDrawn="1"/>
        </p:nvSpPr>
        <p:spPr>
          <a:xfrm>
            <a:off x="817685" y="6599210"/>
            <a:ext cx="1922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rPr>
              <a:t>Cộng đồng – Toàn diện – Ưu việt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eadex Pro" pitchFamily="2" charset="-78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C7F682-0100-EB65-9EF7-68F4E1527F64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7B12206D-0D33-F7BF-D5C3-71176B0C507A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958F7DE-9367-1A7B-0471-C642F47C03A3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FF2EDA6-9276-E821-1BDA-7B118853E64D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6084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2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A39DEC0-0415-D667-18C3-EEA5AEBABE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E74BF315-D1FC-6421-060B-3FFD387F1B1D}"/>
              </a:ext>
            </a:extLst>
          </p:cNvPr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2D3478F-4D6B-F3FC-93EE-781955B168ED}"/>
                </a:ext>
              </a:extLst>
            </p:cNvPr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30E6027-7A58-80A0-C4DE-BD292242A19B}"/>
                </a:ext>
              </a:extLst>
            </p:cNvPr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C39217D-11B2-EC58-7DB9-670BADCEC0E6}"/>
                </a:ext>
              </a:extLst>
            </p:cNvPr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69E2A5B-C398-3A54-39BB-1A10AD77A4C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40C400F-3AEE-5C28-4A10-78CBA14078B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A79BBA-69C1-570D-F28E-9BB9C6ACBEC1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C30C32-8749-8F9D-AFB9-200DC55D9965}"/>
              </a:ext>
            </a:extLst>
          </p:cNvPr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36664E3-F587-5BFA-8277-C0DDF1B0FB4D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F36890-856E-2F7B-8E55-A33B790D7C18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3B2CBB7-80CC-0503-06CA-B293272E754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49DC9B-DB28-1334-ACD6-A7837974CC5D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896B089-ECA6-A22E-B1B3-DEA30DA3A29D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3CA8C4BA-A884-9E59-FFE3-0B919D005D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9B8DE1D-7394-99A3-7495-C14CDDA1E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72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2262706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19450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6F8249F-933F-27B4-037F-1BE57AC729CC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2D8527-F93B-EB58-7740-2C078C40D098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2B52FF-C488-9746-1718-20EBF7C6F69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1F8AA-07ED-7376-C0C8-2331E007AE38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98A477-5FFB-8A7A-8F05-0A80F04AEFB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1725ED5-67ED-5B9A-3DCA-1DE0F4C58341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E9266B7-33A3-424D-B662-BE0A9937A840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686A9F9-4156-B900-5857-6016C3E85FAB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0D5907-9052-863A-8BCC-EF17800E64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F2144C9-292D-3866-E801-4F565FEE1A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9BEA6383-5223-C237-6EF3-C8B51BE5E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344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FDADA73C-32DA-6364-6627-ED34BFEF2D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247" y="1727802"/>
            <a:ext cx="3453753" cy="3402396"/>
          </a:xfrm>
          <a:prstGeom prst="rect">
            <a:avLst/>
          </a:prstGeom>
        </p:spPr>
      </p:pic>
      <p:grpSp>
        <p:nvGrpSpPr>
          <p:cNvPr id="10" name="9Slide.vn 1">
            <a:extLst>
              <a:ext uri="{FF2B5EF4-FFF2-40B4-BE49-F238E27FC236}">
                <a16:creationId xmlns:a16="http://schemas.microsoft.com/office/drawing/2014/main" id="{2946107B-86B5-4108-B9D9-FBE88B6AF6A9}"/>
              </a:ext>
            </a:extLst>
          </p:cNvPr>
          <p:cNvGrpSpPr/>
          <p:nvPr userDrawn="1"/>
        </p:nvGrpSpPr>
        <p:grpSpPr>
          <a:xfrm>
            <a:off x="5868547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>
              <a:extLst>
                <a:ext uri="{FF2B5EF4-FFF2-40B4-BE49-F238E27FC236}">
                  <a16:creationId xmlns:a16="http://schemas.microsoft.com/office/drawing/2014/main" id="{4C6E1B3E-70F8-4E17-8666-2C90A7910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>
              <a:extLst>
                <a:ext uri="{FF2B5EF4-FFF2-40B4-BE49-F238E27FC236}">
                  <a16:creationId xmlns:a16="http://schemas.microsoft.com/office/drawing/2014/main" id="{1C3B9052-DF89-48DA-900D-596E0ADF2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>
              <a:extLst>
                <a:ext uri="{FF2B5EF4-FFF2-40B4-BE49-F238E27FC236}">
                  <a16:creationId xmlns:a16="http://schemas.microsoft.com/office/drawing/2014/main" id="{838BE831-98C4-4DA1-B95C-84B293ECE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>
              <a:extLst>
                <a:ext uri="{FF2B5EF4-FFF2-40B4-BE49-F238E27FC236}">
                  <a16:creationId xmlns:a16="http://schemas.microsoft.com/office/drawing/2014/main" id="{9441EC7C-061E-4558-9FF8-E9B0DA0F8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>
              <a:extLst>
                <a:ext uri="{FF2B5EF4-FFF2-40B4-BE49-F238E27FC236}">
                  <a16:creationId xmlns:a16="http://schemas.microsoft.com/office/drawing/2014/main" id="{F4AB6E09-791B-48E7-B2E0-4762432F7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>
              <a:extLst>
                <a:ext uri="{FF2B5EF4-FFF2-40B4-BE49-F238E27FC236}">
                  <a16:creationId xmlns:a16="http://schemas.microsoft.com/office/drawing/2014/main" id="{FF3498DC-8213-4932-9704-8122CCB4C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>
              <a:extLst>
                <a:ext uri="{FF2B5EF4-FFF2-40B4-BE49-F238E27FC236}">
                  <a16:creationId xmlns:a16="http://schemas.microsoft.com/office/drawing/2014/main" id="{344E556A-A4C9-4D98-B474-D2B99294DAC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825291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400175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3160711"/>
            <a:ext cx="5153026" cy="1839914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005A496-97A9-F2E6-5A93-82ED29991805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5E9CB3-D945-22DB-F3B1-01E643966ACF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D6A3BA-05EA-D4A6-D520-6A0BBE9ACFC1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1D0D4-C58F-2943-9F96-7367FEA221D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313E83-E883-5D3C-7410-B094E1918C1E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D148F3C-F670-4585-6238-F7F73412182A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5B6593-3DAF-E642-22A3-B33B2E999E01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612E298-D721-FB54-E8B1-308FB365446A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DE4871-7678-DA84-8689-2F27B59205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613E948E-49EF-8C4E-0898-E98F72B6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5A65652-1FC1-56DE-41BF-70B7E317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95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B96C117-0DD7-57D2-DF3E-3C0A174E03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0" name="Picture 2" descr="Samsung Mobile Mockup Template Download on Pngtree | Mobile mockup, Samsung  mobile, Samsu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75" y="657226"/>
            <a:ext cx="4972049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8305800" y="1057275"/>
            <a:ext cx="2095500" cy="4038600"/>
          </a:xfrm>
          <a:prstGeom prst="roundRect">
            <a:avLst>
              <a:gd name="adj" fmla="val 4741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F5E8B0A-35A9-1D4F-DB19-BE07791E78FF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DE1F6B-3A1F-F4AA-B616-B69C903A9093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A17A55-6967-1E8F-7303-5303CBD602A3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4F218F-2B5C-5125-3565-DD9470D67757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F21373-8291-8606-349F-C9D37F7F42EA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890A1A8-07D6-CC23-110F-A4349C95D83B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4B2C4FA-6364-1259-35B8-B7538FBAB899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298D622-19A9-9C4F-D8B3-A0B8BACFDA92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D19E43-BFD6-BAEA-5172-CB6E311691D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86DB862-383E-AC4E-53C8-05578489E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61406AB-9157-BB66-317E-91FF66767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49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:a16="http://schemas.microsoft.com/office/drawing/2014/main" id="{E6F05EB3-1A18-FFAB-87F4-C3B6F94C3D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943863" y="1011126"/>
            <a:ext cx="3171810" cy="513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B58D15-E021-9409-2BF6-38B8662548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E05A38DB-2EAE-47C8-9F84-174DA202456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472C8C42-C792-4628-B171-1C30DA52BB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EFF8FA1-B5A4-2A75-DF61-6155775A60B6}"/>
              </a:ext>
            </a:extLst>
          </p:cNvPr>
          <p:cNvSpPr txBox="1">
            <a:spLocks/>
          </p:cNvSpPr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pPr/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28A97E-3A14-7BF0-D186-C53734F25980}"/>
              </a:ext>
            </a:extLst>
          </p:cNvPr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894450-A56F-CB14-56CE-6BAB4A469F50}"/>
              </a:ext>
            </a:extLst>
          </p:cNvPr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EDC2765-72E6-0900-A64B-07D9394DE1EE}"/>
              </a:ext>
            </a:extLst>
          </p:cNvPr>
          <p:cNvSpPr txBox="1">
            <a:spLocks/>
          </p:cNvSpPr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pPr/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972BBAE-9F84-4D92-5FC5-6BAC2EBBA3A7}"/>
              </a:ext>
            </a:extLst>
          </p:cNvPr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D8EF8C-2CE8-32A2-4893-8A1F462F5979}"/>
                </a:ext>
              </a:extLst>
            </p:cNvPr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C64073C-92F4-B219-BB9F-D220B1F1317A}"/>
                </a:ext>
              </a:extLst>
            </p:cNvPr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CDC2B2F-DD31-C057-140F-8607950C1220}"/>
              </a:ext>
            </a:extLst>
          </p:cNvPr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D099AF-ADE0-F209-43E6-00047303FC9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9D6B138-607A-1698-333D-31B07D850C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pPr/>
              <a:t>11/17/2025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EC58AAA-3CCF-ABE2-A4E2-6851325D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13" name="Picture Placeholder 1">
            <a:extLst>
              <a:ext uri="{FF2B5EF4-FFF2-40B4-BE49-F238E27FC236}">
                <a16:creationId xmlns:a16="http://schemas.microsoft.com/office/drawing/2014/main" id="{2E6D52DE-4D97-3181-9440-19E31A6CE81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461702" y="1108334"/>
            <a:ext cx="2131430" cy="4626572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15" name="Picture Placeholder 1">
            <a:extLst>
              <a:ext uri="{FF2B5EF4-FFF2-40B4-BE49-F238E27FC236}">
                <a16:creationId xmlns:a16="http://schemas.microsoft.com/office/drawing/2014/main" id="{88786B7F-DEAA-9BB7-8BD3-B3780EB61BC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55760" y="1200818"/>
            <a:ext cx="534445" cy="155541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" fmla="*/ 0 w 2111887"/>
              <a:gd name="connsiteY0" fmla="*/ 247221 h 4543429"/>
              <a:gd name="connsiteX1" fmla="*/ 247217 w 2111887"/>
              <a:gd name="connsiteY1" fmla="*/ 4 h 4543429"/>
              <a:gd name="connsiteX2" fmla="*/ 1103287 w 2111887"/>
              <a:gd name="connsiteY2" fmla="*/ 100016 h 4543429"/>
              <a:gd name="connsiteX3" fmla="*/ 1864670 w 2111887"/>
              <a:gd name="connsiteY3" fmla="*/ 4 h 4543429"/>
              <a:gd name="connsiteX4" fmla="*/ 2111887 w 2111887"/>
              <a:gd name="connsiteY4" fmla="*/ 247221 h 4543429"/>
              <a:gd name="connsiteX5" fmla="*/ 2111887 w 2111887"/>
              <a:gd name="connsiteY5" fmla="*/ 4296212 h 4543429"/>
              <a:gd name="connsiteX6" fmla="*/ 1864670 w 2111887"/>
              <a:gd name="connsiteY6" fmla="*/ 4543429 h 4543429"/>
              <a:gd name="connsiteX7" fmla="*/ 247217 w 2111887"/>
              <a:gd name="connsiteY7" fmla="*/ 4543429 h 4543429"/>
              <a:gd name="connsiteX8" fmla="*/ 0 w 2111887"/>
              <a:gd name="connsiteY8" fmla="*/ 4296212 h 4543429"/>
              <a:gd name="connsiteX9" fmla="*/ 0 w 2111887"/>
              <a:gd name="connsiteY9" fmla="*/ 247221 h 4543429"/>
              <a:gd name="connsiteX0" fmla="*/ 0 w 2111887"/>
              <a:gd name="connsiteY0" fmla="*/ 264906 h 4561114"/>
              <a:gd name="connsiteX1" fmla="*/ 247217 w 2111887"/>
              <a:gd name="connsiteY1" fmla="*/ 17689 h 4561114"/>
              <a:gd name="connsiteX2" fmla="*/ 665137 w 2111887"/>
              <a:gd name="connsiteY2" fmla="*/ 22451 h 4561114"/>
              <a:gd name="connsiteX3" fmla="*/ 1103287 w 2111887"/>
              <a:gd name="connsiteY3" fmla="*/ 117701 h 4561114"/>
              <a:gd name="connsiteX4" fmla="*/ 1864670 w 2111887"/>
              <a:gd name="connsiteY4" fmla="*/ 17689 h 4561114"/>
              <a:gd name="connsiteX5" fmla="*/ 2111887 w 2111887"/>
              <a:gd name="connsiteY5" fmla="*/ 264906 h 4561114"/>
              <a:gd name="connsiteX6" fmla="*/ 2111887 w 2111887"/>
              <a:gd name="connsiteY6" fmla="*/ 4313897 h 4561114"/>
              <a:gd name="connsiteX7" fmla="*/ 1864670 w 2111887"/>
              <a:gd name="connsiteY7" fmla="*/ 4561114 h 4561114"/>
              <a:gd name="connsiteX8" fmla="*/ 247217 w 2111887"/>
              <a:gd name="connsiteY8" fmla="*/ 4561114 h 4561114"/>
              <a:gd name="connsiteX9" fmla="*/ 0 w 2111887"/>
              <a:gd name="connsiteY9" fmla="*/ 4313897 h 4561114"/>
              <a:gd name="connsiteX10" fmla="*/ 0 w 2111887"/>
              <a:gd name="connsiteY10" fmla="*/ 264906 h 4561114"/>
              <a:gd name="connsiteX0" fmla="*/ 0 w 2111887"/>
              <a:gd name="connsiteY0" fmla="*/ 269676 h 4565884"/>
              <a:gd name="connsiteX1" fmla="*/ 247217 w 2111887"/>
              <a:gd name="connsiteY1" fmla="*/ 22459 h 4565884"/>
              <a:gd name="connsiteX2" fmla="*/ 612749 w 2111887"/>
              <a:gd name="connsiteY2" fmla="*/ 15315 h 4565884"/>
              <a:gd name="connsiteX3" fmla="*/ 1103287 w 2111887"/>
              <a:gd name="connsiteY3" fmla="*/ 122471 h 4565884"/>
              <a:gd name="connsiteX4" fmla="*/ 1864670 w 2111887"/>
              <a:gd name="connsiteY4" fmla="*/ 22459 h 4565884"/>
              <a:gd name="connsiteX5" fmla="*/ 2111887 w 2111887"/>
              <a:gd name="connsiteY5" fmla="*/ 269676 h 4565884"/>
              <a:gd name="connsiteX6" fmla="*/ 2111887 w 2111887"/>
              <a:gd name="connsiteY6" fmla="*/ 4318667 h 4565884"/>
              <a:gd name="connsiteX7" fmla="*/ 1864670 w 2111887"/>
              <a:gd name="connsiteY7" fmla="*/ 4565884 h 4565884"/>
              <a:gd name="connsiteX8" fmla="*/ 247217 w 2111887"/>
              <a:gd name="connsiteY8" fmla="*/ 4565884 h 4565884"/>
              <a:gd name="connsiteX9" fmla="*/ 0 w 2111887"/>
              <a:gd name="connsiteY9" fmla="*/ 4318667 h 4565884"/>
              <a:gd name="connsiteX10" fmla="*/ 0 w 2111887"/>
              <a:gd name="connsiteY10" fmla="*/ 269676 h 4565884"/>
              <a:gd name="connsiteX0" fmla="*/ 0 w 2111887"/>
              <a:gd name="connsiteY0" fmla="*/ 275247 h 4571455"/>
              <a:gd name="connsiteX1" fmla="*/ 247217 w 2111887"/>
              <a:gd name="connsiteY1" fmla="*/ 18505 h 4571455"/>
              <a:gd name="connsiteX2" fmla="*/ 612749 w 2111887"/>
              <a:gd name="connsiteY2" fmla="*/ 20886 h 4571455"/>
              <a:gd name="connsiteX3" fmla="*/ 1103287 w 2111887"/>
              <a:gd name="connsiteY3" fmla="*/ 128042 h 4571455"/>
              <a:gd name="connsiteX4" fmla="*/ 1864670 w 2111887"/>
              <a:gd name="connsiteY4" fmla="*/ 28030 h 4571455"/>
              <a:gd name="connsiteX5" fmla="*/ 2111887 w 2111887"/>
              <a:gd name="connsiteY5" fmla="*/ 275247 h 4571455"/>
              <a:gd name="connsiteX6" fmla="*/ 2111887 w 2111887"/>
              <a:gd name="connsiteY6" fmla="*/ 4324238 h 4571455"/>
              <a:gd name="connsiteX7" fmla="*/ 1864670 w 2111887"/>
              <a:gd name="connsiteY7" fmla="*/ 4571455 h 4571455"/>
              <a:gd name="connsiteX8" fmla="*/ 247217 w 2111887"/>
              <a:gd name="connsiteY8" fmla="*/ 4571455 h 4571455"/>
              <a:gd name="connsiteX9" fmla="*/ 0 w 2111887"/>
              <a:gd name="connsiteY9" fmla="*/ 4324238 h 4571455"/>
              <a:gd name="connsiteX10" fmla="*/ 0 w 2111887"/>
              <a:gd name="connsiteY10" fmla="*/ 275247 h 4571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1103287 w 2111887"/>
              <a:gd name="connsiteY3" fmla="*/ 121042 h 4564455"/>
              <a:gd name="connsiteX4" fmla="*/ 1864670 w 2111887"/>
              <a:gd name="connsiteY4" fmla="*/ 21030 h 4564455"/>
              <a:gd name="connsiteX5" fmla="*/ 2111887 w 2111887"/>
              <a:gd name="connsiteY5" fmla="*/ 268247 h 4564455"/>
              <a:gd name="connsiteX6" fmla="*/ 2111887 w 2111887"/>
              <a:gd name="connsiteY6" fmla="*/ 4317238 h 4564455"/>
              <a:gd name="connsiteX7" fmla="*/ 1864670 w 2111887"/>
              <a:gd name="connsiteY7" fmla="*/ 4564455 h 4564455"/>
              <a:gd name="connsiteX8" fmla="*/ 247217 w 2111887"/>
              <a:gd name="connsiteY8" fmla="*/ 4564455 h 4564455"/>
              <a:gd name="connsiteX9" fmla="*/ 0 w 2111887"/>
              <a:gd name="connsiteY9" fmla="*/ 4317238 h 4564455"/>
              <a:gd name="connsiteX10" fmla="*/ 0 w 2111887"/>
              <a:gd name="connsiteY10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784200 w 2111887"/>
              <a:gd name="connsiteY3" fmla="*/ 59130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864670 w 2111887"/>
              <a:gd name="connsiteY5" fmla="*/ 21030 h 4564455"/>
              <a:gd name="connsiteX6" fmla="*/ 2111887 w 2111887"/>
              <a:gd name="connsiteY6" fmla="*/ 268247 h 4564455"/>
              <a:gd name="connsiteX7" fmla="*/ 2111887 w 2111887"/>
              <a:gd name="connsiteY7" fmla="*/ 4317238 h 4564455"/>
              <a:gd name="connsiteX8" fmla="*/ 1864670 w 2111887"/>
              <a:gd name="connsiteY8" fmla="*/ 4564455 h 4564455"/>
              <a:gd name="connsiteX9" fmla="*/ 247217 w 2111887"/>
              <a:gd name="connsiteY9" fmla="*/ 4564455 h 4564455"/>
              <a:gd name="connsiteX10" fmla="*/ 0 w 2111887"/>
              <a:gd name="connsiteY10" fmla="*/ 4317238 h 4564455"/>
              <a:gd name="connsiteX11" fmla="*/ 0 w 2111887"/>
              <a:gd name="connsiteY11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864670 w 2111887"/>
              <a:gd name="connsiteY6" fmla="*/ 21030 h 4564455"/>
              <a:gd name="connsiteX7" fmla="*/ 2111887 w 2111887"/>
              <a:gd name="connsiteY7" fmla="*/ 268247 h 4564455"/>
              <a:gd name="connsiteX8" fmla="*/ 2111887 w 2111887"/>
              <a:gd name="connsiteY8" fmla="*/ 4317238 h 4564455"/>
              <a:gd name="connsiteX9" fmla="*/ 1864670 w 2111887"/>
              <a:gd name="connsiteY9" fmla="*/ 4564455 h 4564455"/>
              <a:gd name="connsiteX10" fmla="*/ 247217 w 2111887"/>
              <a:gd name="connsiteY10" fmla="*/ 4564455 h 4564455"/>
              <a:gd name="connsiteX11" fmla="*/ 0 w 2111887"/>
              <a:gd name="connsiteY11" fmla="*/ 4317238 h 4564455"/>
              <a:gd name="connsiteX12" fmla="*/ 0 w 2111887"/>
              <a:gd name="connsiteY12" fmla="*/ 268247 h 4564455"/>
              <a:gd name="connsiteX0" fmla="*/ 0 w 2111887"/>
              <a:gd name="connsiteY0" fmla="*/ 268247 h 4564455"/>
              <a:gd name="connsiteX1" fmla="*/ 247217 w 2111887"/>
              <a:gd name="connsiteY1" fmla="*/ 11505 h 4564455"/>
              <a:gd name="connsiteX2" fmla="*/ 612749 w 2111887"/>
              <a:gd name="connsiteY2" fmla="*/ 13886 h 4564455"/>
              <a:gd name="connsiteX3" fmla="*/ 691331 w 2111887"/>
              <a:gd name="connsiteY3" fmla="*/ 101992 h 4564455"/>
              <a:gd name="connsiteX4" fmla="*/ 1103287 w 2111887"/>
              <a:gd name="connsiteY4" fmla="*/ 121042 h 4564455"/>
              <a:gd name="connsiteX5" fmla="*/ 1453331 w 2111887"/>
              <a:gd name="connsiteY5" fmla="*/ 123424 h 4564455"/>
              <a:gd name="connsiteX6" fmla="*/ 1600969 w 2111887"/>
              <a:gd name="connsiteY6" fmla="*/ 73418 h 4564455"/>
              <a:gd name="connsiteX7" fmla="*/ 1864670 w 2111887"/>
              <a:gd name="connsiteY7" fmla="*/ 21030 h 4564455"/>
              <a:gd name="connsiteX8" fmla="*/ 2111887 w 2111887"/>
              <a:gd name="connsiteY8" fmla="*/ 268247 h 4564455"/>
              <a:gd name="connsiteX9" fmla="*/ 2111887 w 2111887"/>
              <a:gd name="connsiteY9" fmla="*/ 4317238 h 4564455"/>
              <a:gd name="connsiteX10" fmla="*/ 1864670 w 2111887"/>
              <a:gd name="connsiteY10" fmla="*/ 4564455 h 4564455"/>
              <a:gd name="connsiteX11" fmla="*/ 247217 w 2111887"/>
              <a:gd name="connsiteY11" fmla="*/ 4564455 h 4564455"/>
              <a:gd name="connsiteX12" fmla="*/ 0 w 2111887"/>
              <a:gd name="connsiteY12" fmla="*/ 4317238 h 4564455"/>
              <a:gd name="connsiteX13" fmla="*/ 0 w 2111887"/>
              <a:gd name="connsiteY13" fmla="*/ 268247 h 4564455"/>
              <a:gd name="connsiteX0" fmla="*/ 0 w 2111887"/>
              <a:gd name="connsiteY0" fmla="*/ 271881 h 4568089"/>
              <a:gd name="connsiteX1" fmla="*/ 247217 w 2111887"/>
              <a:gd name="connsiteY1" fmla="*/ 15139 h 4568089"/>
              <a:gd name="connsiteX2" fmla="*/ 612749 w 2111887"/>
              <a:gd name="connsiteY2" fmla="*/ 17520 h 4568089"/>
              <a:gd name="connsiteX3" fmla="*/ 691331 w 2111887"/>
              <a:gd name="connsiteY3" fmla="*/ 105626 h 4568089"/>
              <a:gd name="connsiteX4" fmla="*/ 1103287 w 2111887"/>
              <a:gd name="connsiteY4" fmla="*/ 124676 h 4568089"/>
              <a:gd name="connsiteX5" fmla="*/ 1453331 w 2111887"/>
              <a:gd name="connsiteY5" fmla="*/ 127058 h 4568089"/>
              <a:gd name="connsiteX6" fmla="*/ 1520006 w 2111887"/>
              <a:gd name="connsiteY6" fmla="*/ 12758 h 4568089"/>
              <a:gd name="connsiteX7" fmla="*/ 1864670 w 2111887"/>
              <a:gd name="connsiteY7" fmla="*/ 24664 h 4568089"/>
              <a:gd name="connsiteX8" fmla="*/ 2111887 w 2111887"/>
              <a:gd name="connsiteY8" fmla="*/ 271881 h 4568089"/>
              <a:gd name="connsiteX9" fmla="*/ 2111887 w 2111887"/>
              <a:gd name="connsiteY9" fmla="*/ 4320872 h 4568089"/>
              <a:gd name="connsiteX10" fmla="*/ 1864670 w 2111887"/>
              <a:gd name="connsiteY10" fmla="*/ 4568089 h 4568089"/>
              <a:gd name="connsiteX11" fmla="*/ 247217 w 2111887"/>
              <a:gd name="connsiteY11" fmla="*/ 4568089 h 4568089"/>
              <a:gd name="connsiteX12" fmla="*/ 0 w 2111887"/>
              <a:gd name="connsiteY12" fmla="*/ 4320872 h 4568089"/>
              <a:gd name="connsiteX13" fmla="*/ 0 w 2111887"/>
              <a:gd name="connsiteY13" fmla="*/ 271881 h 4568089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1331 w 2111887"/>
              <a:gd name="connsiteY3" fmla="*/ 106707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612749 w 2111887"/>
              <a:gd name="connsiteY2" fmla="*/ 18601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8139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103287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2962 h 4569170"/>
              <a:gd name="connsiteX1" fmla="*/ 247217 w 2111887"/>
              <a:gd name="connsiteY1" fmla="*/ 16220 h 4569170"/>
              <a:gd name="connsiteX2" fmla="*/ 598462 w 2111887"/>
              <a:gd name="connsiteY2" fmla="*/ 16220 h 4569170"/>
              <a:gd name="connsiteX3" fmla="*/ 693712 w 2111887"/>
              <a:gd name="connsiteY3" fmla="*/ 118613 h 4569170"/>
              <a:gd name="connsiteX4" fmla="*/ 1055662 w 2111887"/>
              <a:gd name="connsiteY4" fmla="*/ 125757 h 4569170"/>
              <a:gd name="connsiteX5" fmla="*/ 1453331 w 2111887"/>
              <a:gd name="connsiteY5" fmla="*/ 120995 h 4569170"/>
              <a:gd name="connsiteX6" fmla="*/ 1520006 w 2111887"/>
              <a:gd name="connsiteY6" fmla="*/ 13839 h 4569170"/>
              <a:gd name="connsiteX7" fmla="*/ 1888482 w 2111887"/>
              <a:gd name="connsiteY7" fmla="*/ 23364 h 4569170"/>
              <a:gd name="connsiteX8" fmla="*/ 2111887 w 2111887"/>
              <a:gd name="connsiteY8" fmla="*/ 272962 h 4569170"/>
              <a:gd name="connsiteX9" fmla="*/ 2111887 w 2111887"/>
              <a:gd name="connsiteY9" fmla="*/ 4321953 h 4569170"/>
              <a:gd name="connsiteX10" fmla="*/ 1864670 w 2111887"/>
              <a:gd name="connsiteY10" fmla="*/ 4569170 h 4569170"/>
              <a:gd name="connsiteX11" fmla="*/ 247217 w 2111887"/>
              <a:gd name="connsiteY11" fmla="*/ 4569170 h 4569170"/>
              <a:gd name="connsiteX12" fmla="*/ 0 w 2111887"/>
              <a:gd name="connsiteY12" fmla="*/ 4321953 h 4569170"/>
              <a:gd name="connsiteX13" fmla="*/ 0 w 2111887"/>
              <a:gd name="connsiteY13" fmla="*/ 272962 h 4569170"/>
              <a:gd name="connsiteX0" fmla="*/ 0 w 2111887"/>
              <a:gd name="connsiteY0" fmla="*/ 273465 h 4569673"/>
              <a:gd name="connsiteX1" fmla="*/ 247217 w 2111887"/>
              <a:gd name="connsiteY1" fmla="*/ 16723 h 4569673"/>
              <a:gd name="connsiteX2" fmla="*/ 579412 w 2111887"/>
              <a:gd name="connsiteY2" fmla="*/ 9580 h 4569673"/>
              <a:gd name="connsiteX3" fmla="*/ 693712 w 2111887"/>
              <a:gd name="connsiteY3" fmla="*/ 119116 h 4569673"/>
              <a:gd name="connsiteX4" fmla="*/ 1055662 w 2111887"/>
              <a:gd name="connsiteY4" fmla="*/ 126260 h 4569673"/>
              <a:gd name="connsiteX5" fmla="*/ 1453331 w 2111887"/>
              <a:gd name="connsiteY5" fmla="*/ 121498 h 4569673"/>
              <a:gd name="connsiteX6" fmla="*/ 1520006 w 2111887"/>
              <a:gd name="connsiteY6" fmla="*/ 14342 h 4569673"/>
              <a:gd name="connsiteX7" fmla="*/ 1888482 w 2111887"/>
              <a:gd name="connsiteY7" fmla="*/ 23867 h 4569673"/>
              <a:gd name="connsiteX8" fmla="*/ 2111887 w 2111887"/>
              <a:gd name="connsiteY8" fmla="*/ 273465 h 4569673"/>
              <a:gd name="connsiteX9" fmla="*/ 2111887 w 2111887"/>
              <a:gd name="connsiteY9" fmla="*/ 4322456 h 4569673"/>
              <a:gd name="connsiteX10" fmla="*/ 1864670 w 2111887"/>
              <a:gd name="connsiteY10" fmla="*/ 4569673 h 4569673"/>
              <a:gd name="connsiteX11" fmla="*/ 247217 w 2111887"/>
              <a:gd name="connsiteY11" fmla="*/ 4569673 h 4569673"/>
              <a:gd name="connsiteX12" fmla="*/ 0 w 2111887"/>
              <a:gd name="connsiteY12" fmla="*/ 4322456 h 4569673"/>
              <a:gd name="connsiteX13" fmla="*/ 0 w 2111887"/>
              <a:gd name="connsiteY13" fmla="*/ 273465 h 4569673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3712 w 2111887"/>
              <a:gd name="connsiteY3" fmla="*/ 120011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53331 w 2111887"/>
              <a:gd name="connsiteY5" fmla="*/ 122393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4360 h 4570568"/>
              <a:gd name="connsiteX1" fmla="*/ 235311 w 2111887"/>
              <a:gd name="connsiteY1" fmla="*/ 15237 h 4570568"/>
              <a:gd name="connsiteX2" fmla="*/ 579412 w 2111887"/>
              <a:gd name="connsiteY2" fmla="*/ 10475 h 4570568"/>
              <a:gd name="connsiteX3" fmla="*/ 698474 w 2111887"/>
              <a:gd name="connsiteY3" fmla="*/ 122393 h 4570568"/>
              <a:gd name="connsiteX4" fmla="*/ 1055662 w 2111887"/>
              <a:gd name="connsiteY4" fmla="*/ 127155 h 4570568"/>
              <a:gd name="connsiteX5" fmla="*/ 1427138 w 2111887"/>
              <a:gd name="connsiteY5" fmla="*/ 124774 h 4570568"/>
              <a:gd name="connsiteX6" fmla="*/ 1520006 w 2111887"/>
              <a:gd name="connsiteY6" fmla="*/ 15237 h 4570568"/>
              <a:gd name="connsiteX7" fmla="*/ 1888482 w 2111887"/>
              <a:gd name="connsiteY7" fmla="*/ 24762 h 4570568"/>
              <a:gd name="connsiteX8" fmla="*/ 2111887 w 2111887"/>
              <a:gd name="connsiteY8" fmla="*/ 274360 h 4570568"/>
              <a:gd name="connsiteX9" fmla="*/ 2111887 w 2111887"/>
              <a:gd name="connsiteY9" fmla="*/ 4323351 h 4570568"/>
              <a:gd name="connsiteX10" fmla="*/ 1864670 w 2111887"/>
              <a:gd name="connsiteY10" fmla="*/ 4570568 h 4570568"/>
              <a:gd name="connsiteX11" fmla="*/ 247217 w 2111887"/>
              <a:gd name="connsiteY11" fmla="*/ 4570568 h 4570568"/>
              <a:gd name="connsiteX12" fmla="*/ 0 w 2111887"/>
              <a:gd name="connsiteY12" fmla="*/ 4323351 h 4570568"/>
              <a:gd name="connsiteX13" fmla="*/ 0 w 2111887"/>
              <a:gd name="connsiteY13" fmla="*/ 274360 h 4570568"/>
              <a:gd name="connsiteX0" fmla="*/ 0 w 2111887"/>
              <a:gd name="connsiteY0" fmla="*/ 275652 h 4571860"/>
              <a:gd name="connsiteX1" fmla="*/ 235311 w 2111887"/>
              <a:gd name="connsiteY1" fmla="*/ 16529 h 4571860"/>
              <a:gd name="connsiteX2" fmla="*/ 579412 w 2111887"/>
              <a:gd name="connsiteY2" fmla="*/ 11767 h 4571860"/>
              <a:gd name="connsiteX3" fmla="*/ 698474 w 2111887"/>
              <a:gd name="connsiteY3" fmla="*/ 123685 h 4571860"/>
              <a:gd name="connsiteX4" fmla="*/ 1055662 w 2111887"/>
              <a:gd name="connsiteY4" fmla="*/ 128447 h 4571860"/>
              <a:gd name="connsiteX5" fmla="*/ 1427138 w 2111887"/>
              <a:gd name="connsiteY5" fmla="*/ 126066 h 4571860"/>
              <a:gd name="connsiteX6" fmla="*/ 1520006 w 2111887"/>
              <a:gd name="connsiteY6" fmla="*/ 11766 h 4571860"/>
              <a:gd name="connsiteX7" fmla="*/ 1888482 w 2111887"/>
              <a:gd name="connsiteY7" fmla="*/ 26054 h 4571860"/>
              <a:gd name="connsiteX8" fmla="*/ 2111887 w 2111887"/>
              <a:gd name="connsiteY8" fmla="*/ 275652 h 4571860"/>
              <a:gd name="connsiteX9" fmla="*/ 2111887 w 2111887"/>
              <a:gd name="connsiteY9" fmla="*/ 4324643 h 4571860"/>
              <a:gd name="connsiteX10" fmla="*/ 1864670 w 2111887"/>
              <a:gd name="connsiteY10" fmla="*/ 4571860 h 4571860"/>
              <a:gd name="connsiteX11" fmla="*/ 247217 w 2111887"/>
              <a:gd name="connsiteY11" fmla="*/ 4571860 h 4571860"/>
              <a:gd name="connsiteX12" fmla="*/ 0 w 2111887"/>
              <a:gd name="connsiteY12" fmla="*/ 4324643 h 4571860"/>
              <a:gd name="connsiteX13" fmla="*/ 0 w 2111887"/>
              <a:gd name="connsiteY13" fmla="*/ 275652 h 4571860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698474 w 2111887"/>
              <a:gd name="connsiteY3" fmla="*/ 125757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7724 h 4573932"/>
              <a:gd name="connsiteX1" fmla="*/ 235311 w 2111887"/>
              <a:gd name="connsiteY1" fmla="*/ 18601 h 4573932"/>
              <a:gd name="connsiteX2" fmla="*/ 579412 w 2111887"/>
              <a:gd name="connsiteY2" fmla="*/ 13839 h 4573932"/>
              <a:gd name="connsiteX3" fmla="*/ 762768 w 2111887"/>
              <a:gd name="connsiteY3" fmla="*/ 28126 h 4573932"/>
              <a:gd name="connsiteX4" fmla="*/ 1055662 w 2111887"/>
              <a:gd name="connsiteY4" fmla="*/ 130519 h 4573932"/>
              <a:gd name="connsiteX5" fmla="*/ 1427138 w 2111887"/>
              <a:gd name="connsiteY5" fmla="*/ 128138 h 4573932"/>
              <a:gd name="connsiteX6" fmla="*/ 1520006 w 2111887"/>
              <a:gd name="connsiteY6" fmla="*/ 13838 h 4573932"/>
              <a:gd name="connsiteX7" fmla="*/ 1895626 w 2111887"/>
              <a:gd name="connsiteY7" fmla="*/ 23364 h 4573932"/>
              <a:gd name="connsiteX8" fmla="*/ 2111887 w 2111887"/>
              <a:gd name="connsiteY8" fmla="*/ 277724 h 4573932"/>
              <a:gd name="connsiteX9" fmla="*/ 2111887 w 2111887"/>
              <a:gd name="connsiteY9" fmla="*/ 4326715 h 4573932"/>
              <a:gd name="connsiteX10" fmla="*/ 1864670 w 2111887"/>
              <a:gd name="connsiteY10" fmla="*/ 4573932 h 4573932"/>
              <a:gd name="connsiteX11" fmla="*/ 247217 w 2111887"/>
              <a:gd name="connsiteY11" fmla="*/ 4573932 h 4573932"/>
              <a:gd name="connsiteX12" fmla="*/ 0 w 2111887"/>
              <a:gd name="connsiteY12" fmla="*/ 4326715 h 4573932"/>
              <a:gd name="connsiteX13" fmla="*/ 0 w 2111887"/>
              <a:gd name="connsiteY13" fmla="*/ 277724 h 4573932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55662 w 2111887"/>
              <a:gd name="connsiteY4" fmla="*/ 124792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046137 w 2111887"/>
              <a:gd name="connsiteY4" fmla="*/ 15255 h 4568205"/>
              <a:gd name="connsiteX5" fmla="*/ 1272357 w 2111887"/>
              <a:gd name="connsiteY5" fmla="*/ 22398 h 4568205"/>
              <a:gd name="connsiteX6" fmla="*/ 1520006 w 2111887"/>
              <a:gd name="connsiteY6" fmla="*/ 8111 h 4568205"/>
              <a:gd name="connsiteX7" fmla="*/ 1895626 w 2111887"/>
              <a:gd name="connsiteY7" fmla="*/ 17637 h 4568205"/>
              <a:gd name="connsiteX8" fmla="*/ 2111887 w 2111887"/>
              <a:gd name="connsiteY8" fmla="*/ 271997 h 4568205"/>
              <a:gd name="connsiteX9" fmla="*/ 2111887 w 2111887"/>
              <a:gd name="connsiteY9" fmla="*/ 4320988 h 4568205"/>
              <a:gd name="connsiteX10" fmla="*/ 1864670 w 2111887"/>
              <a:gd name="connsiteY10" fmla="*/ 4568205 h 4568205"/>
              <a:gd name="connsiteX11" fmla="*/ 247217 w 2111887"/>
              <a:gd name="connsiteY11" fmla="*/ 4568205 h 4568205"/>
              <a:gd name="connsiteX12" fmla="*/ 0 w 2111887"/>
              <a:gd name="connsiteY12" fmla="*/ 4320988 h 4568205"/>
              <a:gd name="connsiteX13" fmla="*/ 0 w 2111887"/>
              <a:gd name="connsiteY13" fmla="*/ 271997 h 4568205"/>
              <a:gd name="connsiteX0" fmla="*/ 0 w 2111887"/>
              <a:gd name="connsiteY0" fmla="*/ 271997 h 4568205"/>
              <a:gd name="connsiteX1" fmla="*/ 235311 w 2111887"/>
              <a:gd name="connsiteY1" fmla="*/ 12874 h 4568205"/>
              <a:gd name="connsiteX2" fmla="*/ 579412 w 2111887"/>
              <a:gd name="connsiteY2" fmla="*/ 8112 h 4568205"/>
              <a:gd name="connsiteX3" fmla="*/ 762768 w 2111887"/>
              <a:gd name="connsiteY3" fmla="*/ 22399 h 4568205"/>
              <a:gd name="connsiteX4" fmla="*/ 1272357 w 2111887"/>
              <a:gd name="connsiteY4" fmla="*/ 22398 h 4568205"/>
              <a:gd name="connsiteX5" fmla="*/ 1520006 w 2111887"/>
              <a:gd name="connsiteY5" fmla="*/ 8111 h 4568205"/>
              <a:gd name="connsiteX6" fmla="*/ 1895626 w 2111887"/>
              <a:gd name="connsiteY6" fmla="*/ 17637 h 4568205"/>
              <a:gd name="connsiteX7" fmla="*/ 2111887 w 2111887"/>
              <a:gd name="connsiteY7" fmla="*/ 271997 h 4568205"/>
              <a:gd name="connsiteX8" fmla="*/ 2111887 w 2111887"/>
              <a:gd name="connsiteY8" fmla="*/ 4320988 h 4568205"/>
              <a:gd name="connsiteX9" fmla="*/ 1864670 w 2111887"/>
              <a:gd name="connsiteY9" fmla="*/ 4568205 h 4568205"/>
              <a:gd name="connsiteX10" fmla="*/ 247217 w 2111887"/>
              <a:gd name="connsiteY10" fmla="*/ 4568205 h 4568205"/>
              <a:gd name="connsiteX11" fmla="*/ 0 w 2111887"/>
              <a:gd name="connsiteY11" fmla="*/ 4320988 h 4568205"/>
              <a:gd name="connsiteX12" fmla="*/ 0 w 2111887"/>
              <a:gd name="connsiteY12" fmla="*/ 271997 h 4568205"/>
              <a:gd name="connsiteX0" fmla="*/ 0 w 2111887"/>
              <a:gd name="connsiteY0" fmla="*/ 275715 h 4571923"/>
              <a:gd name="connsiteX1" fmla="*/ 235311 w 2111887"/>
              <a:gd name="connsiteY1" fmla="*/ 16592 h 4571923"/>
              <a:gd name="connsiteX2" fmla="*/ 762768 w 2111887"/>
              <a:gd name="connsiteY2" fmla="*/ 26117 h 4571923"/>
              <a:gd name="connsiteX3" fmla="*/ 1272357 w 2111887"/>
              <a:gd name="connsiteY3" fmla="*/ 26116 h 4571923"/>
              <a:gd name="connsiteX4" fmla="*/ 1520006 w 2111887"/>
              <a:gd name="connsiteY4" fmla="*/ 11829 h 4571923"/>
              <a:gd name="connsiteX5" fmla="*/ 1895626 w 2111887"/>
              <a:gd name="connsiteY5" fmla="*/ 21355 h 4571923"/>
              <a:gd name="connsiteX6" fmla="*/ 2111887 w 2111887"/>
              <a:gd name="connsiteY6" fmla="*/ 275715 h 4571923"/>
              <a:gd name="connsiteX7" fmla="*/ 2111887 w 2111887"/>
              <a:gd name="connsiteY7" fmla="*/ 4324706 h 4571923"/>
              <a:gd name="connsiteX8" fmla="*/ 1864670 w 2111887"/>
              <a:gd name="connsiteY8" fmla="*/ 4571923 h 4571923"/>
              <a:gd name="connsiteX9" fmla="*/ 247217 w 2111887"/>
              <a:gd name="connsiteY9" fmla="*/ 4571923 h 4571923"/>
              <a:gd name="connsiteX10" fmla="*/ 0 w 2111887"/>
              <a:gd name="connsiteY10" fmla="*/ 4324706 h 4571923"/>
              <a:gd name="connsiteX11" fmla="*/ 0 w 2111887"/>
              <a:gd name="connsiteY11" fmla="*/ 275715 h 4571923"/>
              <a:gd name="connsiteX0" fmla="*/ 0 w 2111887"/>
              <a:gd name="connsiteY0" fmla="*/ 275289 h 4571497"/>
              <a:gd name="connsiteX1" fmla="*/ 235311 w 2111887"/>
              <a:gd name="connsiteY1" fmla="*/ 16166 h 4571497"/>
              <a:gd name="connsiteX2" fmla="*/ 1272357 w 2111887"/>
              <a:gd name="connsiteY2" fmla="*/ 25690 h 4571497"/>
              <a:gd name="connsiteX3" fmla="*/ 1520006 w 2111887"/>
              <a:gd name="connsiteY3" fmla="*/ 11403 h 4571497"/>
              <a:gd name="connsiteX4" fmla="*/ 1895626 w 2111887"/>
              <a:gd name="connsiteY4" fmla="*/ 20929 h 4571497"/>
              <a:gd name="connsiteX5" fmla="*/ 2111887 w 2111887"/>
              <a:gd name="connsiteY5" fmla="*/ 275289 h 4571497"/>
              <a:gd name="connsiteX6" fmla="*/ 2111887 w 2111887"/>
              <a:gd name="connsiteY6" fmla="*/ 4324280 h 4571497"/>
              <a:gd name="connsiteX7" fmla="*/ 1864670 w 2111887"/>
              <a:gd name="connsiteY7" fmla="*/ 4571497 h 4571497"/>
              <a:gd name="connsiteX8" fmla="*/ 247217 w 2111887"/>
              <a:gd name="connsiteY8" fmla="*/ 4571497 h 4571497"/>
              <a:gd name="connsiteX9" fmla="*/ 0 w 2111887"/>
              <a:gd name="connsiteY9" fmla="*/ 4324280 h 4571497"/>
              <a:gd name="connsiteX10" fmla="*/ 0 w 2111887"/>
              <a:gd name="connsiteY10" fmla="*/ 275289 h 4571497"/>
              <a:gd name="connsiteX0" fmla="*/ 0 w 2111887"/>
              <a:gd name="connsiteY0" fmla="*/ 280184 h 4576392"/>
              <a:gd name="connsiteX1" fmla="*/ 235311 w 2111887"/>
              <a:gd name="connsiteY1" fmla="*/ 21061 h 4576392"/>
              <a:gd name="connsiteX2" fmla="*/ 1520006 w 2111887"/>
              <a:gd name="connsiteY2" fmla="*/ 16298 h 4576392"/>
              <a:gd name="connsiteX3" fmla="*/ 1895626 w 2111887"/>
              <a:gd name="connsiteY3" fmla="*/ 25824 h 4576392"/>
              <a:gd name="connsiteX4" fmla="*/ 2111887 w 2111887"/>
              <a:gd name="connsiteY4" fmla="*/ 280184 h 4576392"/>
              <a:gd name="connsiteX5" fmla="*/ 2111887 w 2111887"/>
              <a:gd name="connsiteY5" fmla="*/ 4329175 h 4576392"/>
              <a:gd name="connsiteX6" fmla="*/ 1864670 w 2111887"/>
              <a:gd name="connsiteY6" fmla="*/ 4576392 h 4576392"/>
              <a:gd name="connsiteX7" fmla="*/ 247217 w 2111887"/>
              <a:gd name="connsiteY7" fmla="*/ 4576392 h 4576392"/>
              <a:gd name="connsiteX8" fmla="*/ 0 w 2111887"/>
              <a:gd name="connsiteY8" fmla="*/ 4329175 h 4576392"/>
              <a:gd name="connsiteX9" fmla="*/ 0 w 2111887"/>
              <a:gd name="connsiteY9" fmla="*/ 280184 h 4576392"/>
              <a:gd name="connsiteX0" fmla="*/ 0 w 2111887"/>
              <a:gd name="connsiteY0" fmla="*/ 288917 h 4585125"/>
              <a:gd name="connsiteX1" fmla="*/ 235311 w 2111887"/>
              <a:gd name="connsiteY1" fmla="*/ 29794 h 4585125"/>
              <a:gd name="connsiteX2" fmla="*/ 1895626 w 2111887"/>
              <a:gd name="connsiteY2" fmla="*/ 34557 h 4585125"/>
              <a:gd name="connsiteX3" fmla="*/ 2111887 w 2111887"/>
              <a:gd name="connsiteY3" fmla="*/ 288917 h 4585125"/>
              <a:gd name="connsiteX4" fmla="*/ 2111887 w 2111887"/>
              <a:gd name="connsiteY4" fmla="*/ 4337908 h 4585125"/>
              <a:gd name="connsiteX5" fmla="*/ 1864670 w 2111887"/>
              <a:gd name="connsiteY5" fmla="*/ 4585125 h 4585125"/>
              <a:gd name="connsiteX6" fmla="*/ 247217 w 2111887"/>
              <a:gd name="connsiteY6" fmla="*/ 4585125 h 4585125"/>
              <a:gd name="connsiteX7" fmla="*/ 0 w 2111887"/>
              <a:gd name="connsiteY7" fmla="*/ 4337908 h 4585125"/>
              <a:gd name="connsiteX8" fmla="*/ 0 w 2111887"/>
              <a:gd name="connsiteY8" fmla="*/ 288917 h 4585125"/>
              <a:gd name="connsiteX0" fmla="*/ 0 w 2111887"/>
              <a:gd name="connsiteY0" fmla="*/ 316063 h 4612271"/>
              <a:gd name="connsiteX1" fmla="*/ 235311 w 2111887"/>
              <a:gd name="connsiteY1" fmla="*/ 56940 h 4612271"/>
              <a:gd name="connsiteX2" fmla="*/ 1888483 w 2111887"/>
              <a:gd name="connsiteY2" fmla="*/ 18841 h 4612271"/>
              <a:gd name="connsiteX3" fmla="*/ 2111887 w 2111887"/>
              <a:gd name="connsiteY3" fmla="*/ 316063 h 4612271"/>
              <a:gd name="connsiteX4" fmla="*/ 2111887 w 2111887"/>
              <a:gd name="connsiteY4" fmla="*/ 4365054 h 4612271"/>
              <a:gd name="connsiteX5" fmla="*/ 1864670 w 2111887"/>
              <a:gd name="connsiteY5" fmla="*/ 4612271 h 4612271"/>
              <a:gd name="connsiteX6" fmla="*/ 247217 w 2111887"/>
              <a:gd name="connsiteY6" fmla="*/ 4612271 h 4612271"/>
              <a:gd name="connsiteX7" fmla="*/ 0 w 2111887"/>
              <a:gd name="connsiteY7" fmla="*/ 4365054 h 4612271"/>
              <a:gd name="connsiteX8" fmla="*/ 0 w 2111887"/>
              <a:gd name="connsiteY8" fmla="*/ 316063 h 4612271"/>
              <a:gd name="connsiteX0" fmla="*/ 0 w 2111887"/>
              <a:gd name="connsiteY0" fmla="*/ 327050 h 4623258"/>
              <a:gd name="connsiteX1" fmla="*/ 223404 w 2111887"/>
              <a:gd name="connsiteY1" fmla="*/ 34589 h 4623258"/>
              <a:gd name="connsiteX2" fmla="*/ 1888483 w 2111887"/>
              <a:gd name="connsiteY2" fmla="*/ 29828 h 4623258"/>
              <a:gd name="connsiteX3" fmla="*/ 2111887 w 2111887"/>
              <a:gd name="connsiteY3" fmla="*/ 327050 h 4623258"/>
              <a:gd name="connsiteX4" fmla="*/ 2111887 w 2111887"/>
              <a:gd name="connsiteY4" fmla="*/ 4376041 h 4623258"/>
              <a:gd name="connsiteX5" fmla="*/ 1864670 w 2111887"/>
              <a:gd name="connsiteY5" fmla="*/ 4623258 h 4623258"/>
              <a:gd name="connsiteX6" fmla="*/ 247217 w 2111887"/>
              <a:gd name="connsiteY6" fmla="*/ 4623258 h 4623258"/>
              <a:gd name="connsiteX7" fmla="*/ 0 w 2111887"/>
              <a:gd name="connsiteY7" fmla="*/ 4376041 h 4623258"/>
              <a:gd name="connsiteX8" fmla="*/ 0 w 2111887"/>
              <a:gd name="connsiteY8" fmla="*/ 327050 h 4623258"/>
              <a:gd name="connsiteX0" fmla="*/ 0 w 2111887"/>
              <a:gd name="connsiteY0" fmla="*/ 318359 h 4614567"/>
              <a:gd name="connsiteX1" fmla="*/ 223404 w 2111887"/>
              <a:gd name="connsiteY1" fmla="*/ 25898 h 4614567"/>
              <a:gd name="connsiteX2" fmla="*/ 1888483 w 2111887"/>
              <a:gd name="connsiteY2" fmla="*/ 21137 h 4614567"/>
              <a:gd name="connsiteX3" fmla="*/ 2111887 w 2111887"/>
              <a:gd name="connsiteY3" fmla="*/ 318359 h 4614567"/>
              <a:gd name="connsiteX4" fmla="*/ 2111887 w 2111887"/>
              <a:gd name="connsiteY4" fmla="*/ 4367350 h 4614567"/>
              <a:gd name="connsiteX5" fmla="*/ 1864670 w 2111887"/>
              <a:gd name="connsiteY5" fmla="*/ 4614567 h 4614567"/>
              <a:gd name="connsiteX6" fmla="*/ 247217 w 2111887"/>
              <a:gd name="connsiteY6" fmla="*/ 4614567 h 4614567"/>
              <a:gd name="connsiteX7" fmla="*/ 0 w 2111887"/>
              <a:gd name="connsiteY7" fmla="*/ 4367350 h 4614567"/>
              <a:gd name="connsiteX8" fmla="*/ 0 w 2111887"/>
              <a:gd name="connsiteY8" fmla="*/ 318359 h 4614567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1887"/>
              <a:gd name="connsiteY0" fmla="*/ 308933 h 4605141"/>
              <a:gd name="connsiteX1" fmla="*/ 223404 w 2111887"/>
              <a:gd name="connsiteY1" fmla="*/ 16472 h 4605141"/>
              <a:gd name="connsiteX2" fmla="*/ 1888483 w 2111887"/>
              <a:gd name="connsiteY2" fmla="*/ 11711 h 4605141"/>
              <a:gd name="connsiteX3" fmla="*/ 2111887 w 2111887"/>
              <a:gd name="connsiteY3" fmla="*/ 308933 h 4605141"/>
              <a:gd name="connsiteX4" fmla="*/ 2111887 w 2111887"/>
              <a:gd name="connsiteY4" fmla="*/ 4357924 h 4605141"/>
              <a:gd name="connsiteX5" fmla="*/ 1864670 w 2111887"/>
              <a:gd name="connsiteY5" fmla="*/ 4605141 h 4605141"/>
              <a:gd name="connsiteX6" fmla="*/ 247217 w 2111887"/>
              <a:gd name="connsiteY6" fmla="*/ 4605141 h 4605141"/>
              <a:gd name="connsiteX7" fmla="*/ 0 w 2111887"/>
              <a:gd name="connsiteY7" fmla="*/ 4357924 h 4605141"/>
              <a:gd name="connsiteX8" fmla="*/ 0 w 2111887"/>
              <a:gd name="connsiteY8" fmla="*/ 308933 h 4605141"/>
              <a:gd name="connsiteX0" fmla="*/ 0 w 2119031"/>
              <a:gd name="connsiteY0" fmla="*/ 292265 h 4605141"/>
              <a:gd name="connsiteX1" fmla="*/ 230548 w 2119031"/>
              <a:gd name="connsiteY1" fmla="*/ 16472 h 4605141"/>
              <a:gd name="connsiteX2" fmla="*/ 1895627 w 2119031"/>
              <a:gd name="connsiteY2" fmla="*/ 11711 h 4605141"/>
              <a:gd name="connsiteX3" fmla="*/ 2119031 w 2119031"/>
              <a:gd name="connsiteY3" fmla="*/ 308933 h 4605141"/>
              <a:gd name="connsiteX4" fmla="*/ 2119031 w 2119031"/>
              <a:gd name="connsiteY4" fmla="*/ 4357924 h 4605141"/>
              <a:gd name="connsiteX5" fmla="*/ 1871814 w 2119031"/>
              <a:gd name="connsiteY5" fmla="*/ 4605141 h 4605141"/>
              <a:gd name="connsiteX6" fmla="*/ 254361 w 2119031"/>
              <a:gd name="connsiteY6" fmla="*/ 4605141 h 4605141"/>
              <a:gd name="connsiteX7" fmla="*/ 7144 w 2119031"/>
              <a:gd name="connsiteY7" fmla="*/ 4357924 h 4605141"/>
              <a:gd name="connsiteX8" fmla="*/ 0 w 2119031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19031 w 2128556"/>
              <a:gd name="connsiteY4" fmla="*/ 4357924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05141"/>
              <a:gd name="connsiteX1" fmla="*/ 230548 w 2128556"/>
              <a:gd name="connsiteY1" fmla="*/ 16472 h 4605141"/>
              <a:gd name="connsiteX2" fmla="*/ 1895627 w 2128556"/>
              <a:gd name="connsiteY2" fmla="*/ 11711 h 4605141"/>
              <a:gd name="connsiteX3" fmla="*/ 2128556 w 2128556"/>
              <a:gd name="connsiteY3" fmla="*/ 297027 h 4605141"/>
              <a:gd name="connsiteX4" fmla="*/ 2128556 w 2128556"/>
              <a:gd name="connsiteY4" fmla="*/ 4360305 h 4605141"/>
              <a:gd name="connsiteX5" fmla="*/ 1871814 w 2128556"/>
              <a:gd name="connsiteY5" fmla="*/ 4605141 h 4605141"/>
              <a:gd name="connsiteX6" fmla="*/ 254361 w 2128556"/>
              <a:gd name="connsiteY6" fmla="*/ 4605141 h 4605141"/>
              <a:gd name="connsiteX7" fmla="*/ 7144 w 2128556"/>
              <a:gd name="connsiteY7" fmla="*/ 4357924 h 4605141"/>
              <a:gd name="connsiteX8" fmla="*/ 0 w 2128556"/>
              <a:gd name="connsiteY8" fmla="*/ 292265 h 4605141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0514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0 w 2128556"/>
              <a:gd name="connsiteY0" fmla="*/ 292265 h 4626572"/>
              <a:gd name="connsiteX1" fmla="*/ 230548 w 2128556"/>
              <a:gd name="connsiteY1" fmla="*/ 16472 h 4626572"/>
              <a:gd name="connsiteX2" fmla="*/ 1895627 w 2128556"/>
              <a:gd name="connsiteY2" fmla="*/ 11711 h 4626572"/>
              <a:gd name="connsiteX3" fmla="*/ 2128556 w 2128556"/>
              <a:gd name="connsiteY3" fmla="*/ 297027 h 4626572"/>
              <a:gd name="connsiteX4" fmla="*/ 2128556 w 2128556"/>
              <a:gd name="connsiteY4" fmla="*/ 4360305 h 4626572"/>
              <a:gd name="connsiteX5" fmla="*/ 1867051 w 2128556"/>
              <a:gd name="connsiteY5" fmla="*/ 4626572 h 4626572"/>
              <a:gd name="connsiteX6" fmla="*/ 254361 w 2128556"/>
              <a:gd name="connsiteY6" fmla="*/ 4624191 h 4626572"/>
              <a:gd name="connsiteX7" fmla="*/ 7144 w 2128556"/>
              <a:gd name="connsiteY7" fmla="*/ 4357924 h 4626572"/>
              <a:gd name="connsiteX8" fmla="*/ 0 w 2128556"/>
              <a:gd name="connsiteY8" fmla="*/ 292265 h 4626572"/>
              <a:gd name="connsiteX0" fmla="*/ 2874 w 2131430"/>
              <a:gd name="connsiteY0" fmla="*/ 292265 h 4626572"/>
              <a:gd name="connsiteX1" fmla="*/ 233422 w 2131430"/>
              <a:gd name="connsiteY1" fmla="*/ 16472 h 4626572"/>
              <a:gd name="connsiteX2" fmla="*/ 1898501 w 2131430"/>
              <a:gd name="connsiteY2" fmla="*/ 11711 h 4626572"/>
              <a:gd name="connsiteX3" fmla="*/ 2131430 w 2131430"/>
              <a:gd name="connsiteY3" fmla="*/ 297027 h 4626572"/>
              <a:gd name="connsiteX4" fmla="*/ 2131430 w 2131430"/>
              <a:gd name="connsiteY4" fmla="*/ 4360305 h 4626572"/>
              <a:gd name="connsiteX5" fmla="*/ 1869925 w 2131430"/>
              <a:gd name="connsiteY5" fmla="*/ 4626572 h 4626572"/>
              <a:gd name="connsiteX6" fmla="*/ 257235 w 2131430"/>
              <a:gd name="connsiteY6" fmla="*/ 4624191 h 4626572"/>
              <a:gd name="connsiteX7" fmla="*/ 493 w 2131430"/>
              <a:gd name="connsiteY7" fmla="*/ 4357924 h 4626572"/>
              <a:gd name="connsiteX8" fmla="*/ 2874 w 2131430"/>
              <a:gd name="connsiteY8" fmla="*/ 292265 h 46265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6308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67BB1-D9CA-1C41-4A7D-48D3DF7AC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D25E9C-8D4D-475C-89EC-D5287DDBF73B}" type="datetimeFigureOut">
              <a:rPr lang="en-US" altLang="ja-JP"/>
              <a:pPr>
                <a:defRPr/>
              </a:pPr>
              <a:t>11/17/2025</a:t>
            </a:fld>
            <a:endParaRPr lang="en-US" altLang="ja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A842B-E4DC-FE43-0DA8-27BD817F1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587D2-22C1-5C7A-A58B-A4281B55A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3ADFFD-AC58-4982-861A-4A1D345D5D4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30190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00D1CE85-AA59-46D7-98F4-301D80B40614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B9B05A01-6F48-4D1A-BEA9-613C8F70D2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04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80" r:id="rId2"/>
    <p:sldLayoutId id="2147483679" r:id="rId3"/>
    <p:sldLayoutId id="2147483652" r:id="rId4"/>
    <p:sldLayoutId id="2147483653" r:id="rId5"/>
    <p:sldLayoutId id="2147483654" r:id="rId6"/>
    <p:sldLayoutId id="2147483677" r:id="rId7"/>
    <p:sldLayoutId id="2147483655" r:id="rId8"/>
    <p:sldLayoutId id="2147483656" r:id="rId9"/>
    <p:sldLayoutId id="2147483657" r:id="rId10"/>
    <p:sldLayoutId id="2147483678" r:id="rId11"/>
    <p:sldLayoutId id="2147483658" r:id="rId12"/>
    <p:sldLayoutId id="2147483659" r:id="rId13"/>
    <p:sldLayoutId id="2147483660" r:id="rId14"/>
    <p:sldLayoutId id="2147483661" r:id="rId15"/>
    <p:sldLayoutId id="2147483663" r:id="rId16"/>
    <p:sldLayoutId id="2147483666" r:id="rId17"/>
    <p:sldLayoutId id="2147483674" r:id="rId18"/>
    <p:sldLayoutId id="2147483673" r:id="rId19"/>
    <p:sldLayoutId id="2147483675" r:id="rId20"/>
    <p:sldLayoutId id="2147483676" r:id="rId21"/>
    <p:sldLayoutId id="2147483664" r:id="rId22"/>
    <p:sldLayoutId id="2147483665" r:id="rId23"/>
    <p:sldLayoutId id="2147483667" r:id="rId24"/>
    <p:sldLayoutId id="2147483668" r:id="rId25"/>
    <p:sldLayoutId id="2147483669" r:id="rId26"/>
    <p:sldLayoutId id="2147483670" r:id="rId27"/>
    <p:sldLayoutId id="2147483671" r:id="rId28"/>
    <p:sldLayoutId id="2147483672" r:id="rId29"/>
    <p:sldLayoutId id="2147483681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K2D" panose="00000500000000000000" pitchFamily="2" charset="-3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3D011547-D56E-DC80-97CA-74CE28B8740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488454" y="2917381"/>
            <a:ext cx="9215092" cy="601253"/>
          </a:xfrm>
        </p:spPr>
        <p:txBody>
          <a:bodyPr rtlCol="0">
            <a:noAutofit/>
          </a:bodyPr>
          <a:lstStyle/>
          <a:p>
            <a:r>
              <a:rPr lang="en-US" sz="4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Caro Connect 4 </a:t>
            </a:r>
            <a:r>
              <a:rPr lang="en-US" sz="4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Heuristic </a:t>
            </a:r>
            <a:r>
              <a:rPr lang="en-US" sz="4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tỉa</a:t>
            </a: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Alpha-Beta </a:t>
            </a:r>
            <a:endParaRPr lang="vi-VN" sz="4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9" name="テキスト ボックス 1">
            <a:extLst>
              <a:ext uri="{FF2B5EF4-FFF2-40B4-BE49-F238E27FC236}">
                <a16:creationId xmlns:a16="http://schemas.microsoft.com/office/drawing/2014/main" id="{7813AEE0-9D04-481D-9E77-0728B146C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8215" y="21063"/>
            <a:ext cx="301556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kumimoji="1" lang="en-US" altLang="ja-JP" sz="2400" b="1" dirty="0">
                <a:solidFill>
                  <a:srgbClr val="2D2D8A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CƠ SỞ HẬU GIANG</a:t>
            </a:r>
          </a:p>
          <a:p>
            <a:pPr algn="ctr" eaLnBrk="1" hangingPunct="1"/>
            <a:r>
              <a:rPr kumimoji="1" lang="en-US" altLang="ja-JP" sz="2400" b="1" dirty="0">
                <a:solidFill>
                  <a:srgbClr val="2D2D8A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***</a:t>
            </a:r>
          </a:p>
        </p:txBody>
      </p:sp>
      <p:sp>
        <p:nvSpPr>
          <p:cNvPr id="4100" name="テキスト ボックス 2">
            <a:extLst>
              <a:ext uri="{FF2B5EF4-FFF2-40B4-BE49-F238E27FC236}">
                <a16:creationId xmlns:a16="http://schemas.microsoft.com/office/drawing/2014/main" id="{6D36F9CA-2EEF-D36E-B4DF-8F2A61469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550" y="3975491"/>
            <a:ext cx="408567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1" lang="en-US" altLang="ja-JP" sz="2400" b="1" i="1" u="sng" dirty="0" err="1">
                <a:solidFill>
                  <a:srgbClr val="00009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Cán</a:t>
            </a:r>
            <a:r>
              <a:rPr kumimoji="1" lang="en-US" altLang="ja-JP" sz="2400" b="1" i="1" u="sng" dirty="0">
                <a:solidFill>
                  <a:srgbClr val="00009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1" lang="en-US" altLang="ja-JP" sz="2400" b="1" i="1" u="sng" dirty="0" err="1">
                <a:solidFill>
                  <a:srgbClr val="00009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bộ</a:t>
            </a:r>
            <a:r>
              <a:rPr kumimoji="1" lang="en-US" altLang="ja-JP" sz="2400" b="1" i="1" u="sng" dirty="0">
                <a:solidFill>
                  <a:srgbClr val="00009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1" lang="en-US" altLang="ja-JP" sz="2400" b="1" i="1" u="sng" dirty="0" err="1">
                <a:solidFill>
                  <a:srgbClr val="00009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hướng</a:t>
            </a:r>
            <a:r>
              <a:rPr kumimoji="1" lang="en-US" altLang="ja-JP" sz="2400" b="1" i="1" u="sng" dirty="0">
                <a:solidFill>
                  <a:srgbClr val="00009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1" lang="en-US" altLang="ja-JP" sz="2400" b="1" i="1" u="sng" dirty="0" err="1">
                <a:solidFill>
                  <a:srgbClr val="00009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dẫn</a:t>
            </a:r>
            <a:r>
              <a:rPr kumimoji="1" lang="en-US" altLang="ja-JP" sz="2400" b="1" dirty="0">
                <a:solidFill>
                  <a:srgbClr val="00009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kumimoji="1" lang="en-US" altLang="ja-JP" sz="2400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THS. PHẠM VIỆT TRUYỀN</a:t>
            </a:r>
            <a:endParaRPr kumimoji="1" lang="ja-JP" altLang="en-US" sz="2400" b="1" dirty="0">
              <a:latin typeface="Times New Roman" panose="02020603050405020304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4101" name="テキスト ボックス 3">
            <a:extLst>
              <a:ext uri="{FF2B5EF4-FFF2-40B4-BE49-F238E27FC236}">
                <a16:creationId xmlns:a16="http://schemas.microsoft.com/office/drawing/2014/main" id="{7C487CF6-6D64-C4F3-FBBF-8DAA823BC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0069" y="1103312"/>
            <a:ext cx="445186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kumimoji="1" lang="en-US" altLang="ja-JP" sz="2400" b="1" dirty="0">
                <a:solidFill>
                  <a:srgbClr val="222268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BÁO CÁO ĐỒ ÁN NHẬP MÔN</a:t>
            </a:r>
            <a:br>
              <a:rPr kumimoji="1" lang="en-US" altLang="ja-JP" sz="2400" b="1" dirty="0">
                <a:solidFill>
                  <a:srgbClr val="222268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1" lang="en-US" altLang="ja-JP" sz="2400" b="1" dirty="0">
                <a:solidFill>
                  <a:srgbClr val="222268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TRÍ TUỆ NHÂN TẠO</a:t>
            </a:r>
          </a:p>
        </p:txBody>
      </p:sp>
      <p:sp>
        <p:nvSpPr>
          <p:cNvPr id="4102" name="TextBox 3">
            <a:extLst>
              <a:ext uri="{FF2B5EF4-FFF2-40B4-BE49-F238E27FC236}">
                <a16:creationId xmlns:a16="http://schemas.microsoft.com/office/drawing/2014/main" id="{C75E0456-2F61-2C07-D2CA-218077358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6050" y="3975491"/>
            <a:ext cx="48514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kumimoji="1" lang="en-US" altLang="en-US" sz="2400" b="1" i="1" u="sng" dirty="0">
                <a:solidFill>
                  <a:srgbClr val="00009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Sinh </a:t>
            </a:r>
            <a:r>
              <a:rPr kumimoji="1" lang="en-US" altLang="en-US" sz="2400" b="1" i="1" u="sng" dirty="0" err="1">
                <a:solidFill>
                  <a:srgbClr val="00009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viên</a:t>
            </a:r>
            <a:r>
              <a:rPr kumimoji="1" lang="en-US" altLang="en-US" sz="2400" b="1" i="1" u="sng" dirty="0">
                <a:solidFill>
                  <a:srgbClr val="00009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1" lang="en-US" altLang="en-US" sz="2400" b="1" i="1" u="sng" dirty="0" err="1">
                <a:solidFill>
                  <a:srgbClr val="00009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thực</a:t>
            </a:r>
            <a:r>
              <a:rPr kumimoji="1" lang="en-US" altLang="en-US" sz="2400" b="1" i="1" u="sng" dirty="0">
                <a:solidFill>
                  <a:srgbClr val="00009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1" lang="en-US" altLang="en-US" sz="2400" b="1" i="1" u="sng" dirty="0" err="1">
                <a:solidFill>
                  <a:srgbClr val="00009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hiện</a:t>
            </a:r>
            <a:r>
              <a:rPr kumimoji="1" lang="en-US" altLang="en-US" sz="2400" b="1" i="1" u="sng" dirty="0">
                <a:solidFill>
                  <a:srgbClr val="00009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kumimoji="1" lang="en-US" altLang="en-US" sz="2400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Nguyễn Văn </a:t>
            </a:r>
            <a:r>
              <a:rPr kumimoji="1" lang="en-US" altLang="en-US" sz="2400" b="1" dirty="0" err="1"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Hiền</a:t>
            </a:r>
            <a:r>
              <a:rPr kumimoji="1" lang="en-US" altLang="en-US" sz="2400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 (B2306648)</a:t>
            </a:r>
          </a:p>
          <a:p>
            <a:pPr eaLnBrk="1" hangingPunct="1"/>
            <a:r>
              <a:rPr kumimoji="1" lang="en-US" altLang="en-US" sz="2400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Nguyễn Hoàng Hào (B2306614)</a:t>
            </a:r>
          </a:p>
          <a:p>
            <a:pPr eaLnBrk="1" hangingPunct="1"/>
            <a:r>
              <a:rPr kumimoji="1" lang="en-US" altLang="en-US" sz="2400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Nguyễn Huỳnh </a:t>
            </a:r>
            <a:r>
              <a:rPr kumimoji="1" lang="en-US" altLang="en-US" sz="2400" b="1" dirty="0" err="1"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Khôi</a:t>
            </a:r>
            <a:r>
              <a:rPr kumimoji="1" lang="en-US" altLang="en-US" sz="2400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 (B2306624)</a:t>
            </a:r>
          </a:p>
          <a:p>
            <a:pPr eaLnBrk="1" hangingPunct="1"/>
            <a:r>
              <a:rPr kumimoji="1" lang="en-US" altLang="en-US" sz="2400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Võ </a:t>
            </a:r>
            <a:r>
              <a:rPr kumimoji="1" lang="en-US" altLang="en-US" sz="2400" b="1" dirty="0" err="1"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Trọng</a:t>
            </a:r>
            <a:r>
              <a:rPr kumimoji="1" lang="en-US" altLang="en-US" sz="2400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 Phúc (B2306637)</a:t>
            </a:r>
          </a:p>
          <a:p>
            <a:pPr eaLnBrk="1" hangingPunct="1"/>
            <a:r>
              <a:rPr kumimoji="1" lang="en-US" altLang="en-US" sz="2400" b="1" dirty="0">
                <a:latin typeface="Times New Roman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t>Lê Hoàng Tú (B2306648)</a:t>
            </a:r>
          </a:p>
        </p:txBody>
      </p:sp>
    </p:spTree>
  </p:cSld>
  <p:clrMapOvr>
    <a:masterClrMapping/>
  </p:clrMapOvr>
  <p:transition spd="slow"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C98C-59A6-490B-83BD-EE1E10A5B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Thành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vụ</a:t>
            </a:r>
            <a:endParaRPr lang="en-US" dirty="0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918FD90F-5F3C-5E74-31E9-E732C9F69CDE}"/>
              </a:ext>
            </a:extLst>
          </p:cNvPr>
          <p:cNvSpPr txBox="1"/>
          <p:nvPr/>
        </p:nvSpPr>
        <p:spPr>
          <a:xfrm>
            <a:off x="1307688" y="1727020"/>
            <a:ext cx="97634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Nguyễn Văn Hiền - B2306612 – Code + Giao diện game</a:t>
            </a:r>
            <a:endParaRPr lang="vi-VN" sz="2800" dirty="0"/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A8CC8912-7373-EFF5-63E7-CC2E58D7FBED}"/>
              </a:ext>
            </a:extLst>
          </p:cNvPr>
          <p:cNvSpPr txBox="1"/>
          <p:nvPr/>
        </p:nvSpPr>
        <p:spPr>
          <a:xfrm>
            <a:off x="1307686" y="2553960"/>
            <a:ext cx="97634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Nguyễn Hoàng Hào - B2306614 – Báo báo</a:t>
            </a:r>
            <a:endParaRPr lang="vi-VN" sz="2800" dirty="0"/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DC8FB020-6A73-1616-9902-93ABDEE32789}"/>
              </a:ext>
            </a:extLst>
          </p:cNvPr>
          <p:cNvSpPr txBox="1"/>
          <p:nvPr/>
        </p:nvSpPr>
        <p:spPr>
          <a:xfrm>
            <a:off x="1307686" y="3380900"/>
            <a:ext cx="97634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Nguyễn Huỳnh Khôi - B2306624 – Báo cáo</a:t>
            </a:r>
            <a:endParaRPr lang="vi-VN" sz="2800" dirty="0"/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367FBB91-17BA-4897-8FF8-6A10D8038A2B}"/>
              </a:ext>
            </a:extLst>
          </p:cNvPr>
          <p:cNvSpPr txBox="1"/>
          <p:nvPr/>
        </p:nvSpPr>
        <p:spPr>
          <a:xfrm>
            <a:off x="1307686" y="4158167"/>
            <a:ext cx="97634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Võ Trọng Phúc - B2306637 – Code + Slide</a:t>
            </a:r>
            <a:endParaRPr lang="vi-VN" sz="2800" dirty="0"/>
          </a:p>
        </p:txBody>
      </p:sp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C69EE612-05A8-1AF1-FD8A-EACDCB214C84}"/>
              </a:ext>
            </a:extLst>
          </p:cNvPr>
          <p:cNvSpPr txBox="1"/>
          <p:nvPr/>
        </p:nvSpPr>
        <p:spPr>
          <a:xfrm>
            <a:off x="1307686" y="4935434"/>
            <a:ext cx="97634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/>
              <a:t>Lê Hoàng Tú - B2306648 – Code + Slide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2706205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EF1AB-4584-58F6-627F-988861A5F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4FEE9-D190-71BE-525E-F8D2932D7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báo</a:t>
            </a:r>
            <a:endParaRPr lang="en-US" dirty="0"/>
          </a:p>
        </p:txBody>
      </p:sp>
      <p:grpSp>
        <p:nvGrpSpPr>
          <p:cNvPr id="3" name="Nhóm 2">
            <a:extLst>
              <a:ext uri="{FF2B5EF4-FFF2-40B4-BE49-F238E27FC236}">
                <a16:creationId xmlns:a16="http://schemas.microsoft.com/office/drawing/2014/main" id="{2BAC3002-03AB-3CCC-F391-D9955BBCDF0B}"/>
              </a:ext>
            </a:extLst>
          </p:cNvPr>
          <p:cNvGrpSpPr/>
          <p:nvPr/>
        </p:nvGrpSpPr>
        <p:grpSpPr>
          <a:xfrm>
            <a:off x="1590365" y="1593960"/>
            <a:ext cx="9763435" cy="3670079"/>
            <a:chOff x="1307686" y="1727020"/>
            <a:chExt cx="9763435" cy="3670079"/>
          </a:xfrm>
        </p:grpSpPr>
        <p:sp>
          <p:nvSpPr>
            <p:cNvPr id="4" name="Hộp Văn bản 3">
              <a:extLst>
                <a:ext uri="{FF2B5EF4-FFF2-40B4-BE49-F238E27FC236}">
                  <a16:creationId xmlns:a16="http://schemas.microsoft.com/office/drawing/2014/main" id="{03F737BE-2043-37BB-C624-4F850AC44B9E}"/>
                </a:ext>
              </a:extLst>
            </p:cNvPr>
            <p:cNvSpPr txBox="1"/>
            <p:nvPr/>
          </p:nvSpPr>
          <p:spPr>
            <a:xfrm>
              <a:off x="1307688" y="1727020"/>
              <a:ext cx="97634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Giới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thiệu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mô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tả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bài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toán</a:t>
              </a:r>
              <a:endParaRPr lang="vi-V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Hộp Văn bản 9">
              <a:extLst>
                <a:ext uri="{FF2B5EF4-FFF2-40B4-BE49-F238E27FC236}">
                  <a16:creationId xmlns:a16="http://schemas.microsoft.com/office/drawing/2014/main" id="{9DE56275-A4E3-3BF3-57D7-91C19D603A07}"/>
                </a:ext>
              </a:extLst>
            </p:cNvPr>
            <p:cNvSpPr txBox="1"/>
            <p:nvPr/>
          </p:nvSpPr>
          <p:spPr>
            <a:xfrm>
              <a:off x="1307686" y="2553960"/>
              <a:ext cx="97634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 chi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tiết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phương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pháp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dùng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để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giải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quyết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bài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toán</a:t>
              </a:r>
              <a:endParaRPr lang="vi-V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Hộp Văn bản 10">
              <a:extLst>
                <a:ext uri="{FF2B5EF4-FFF2-40B4-BE49-F238E27FC236}">
                  <a16:creationId xmlns:a16="http://schemas.microsoft.com/office/drawing/2014/main" id="{5730DF82-134E-13A5-F8A0-035500912F00}"/>
                </a:ext>
              </a:extLst>
            </p:cNvPr>
            <p:cNvSpPr txBox="1"/>
            <p:nvPr/>
          </p:nvSpPr>
          <p:spPr>
            <a:xfrm>
              <a:off x="1307686" y="3380900"/>
              <a:ext cx="97634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Ứng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dụng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thuật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toán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vào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game Caro connect-4.</a:t>
              </a:r>
              <a:endParaRPr lang="vi-V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Hộp Văn bản 11">
              <a:extLst>
                <a:ext uri="{FF2B5EF4-FFF2-40B4-BE49-F238E27FC236}">
                  <a16:creationId xmlns:a16="http://schemas.microsoft.com/office/drawing/2014/main" id="{48A68A24-55B8-0FD1-A645-0D7D38C4A86A}"/>
                </a:ext>
              </a:extLst>
            </p:cNvPr>
            <p:cNvSpPr txBox="1"/>
            <p:nvPr/>
          </p:nvSpPr>
          <p:spPr>
            <a:xfrm>
              <a:off x="1307686" y="4158167"/>
              <a:ext cx="97634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chức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năng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chính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của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trò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chơi</a:t>
              </a:r>
              <a:endParaRPr lang="vi-V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Hộp Văn bản 12">
              <a:extLst>
                <a:ext uri="{FF2B5EF4-FFF2-40B4-BE49-F238E27FC236}">
                  <a16:creationId xmlns:a16="http://schemas.microsoft.com/office/drawing/2014/main" id="{924D3136-741E-AF04-349E-BCE461BA4CB4}"/>
                </a:ext>
              </a:extLst>
            </p:cNvPr>
            <p:cNvSpPr txBox="1"/>
            <p:nvPr/>
          </p:nvSpPr>
          <p:spPr>
            <a:xfrm>
              <a:off x="1307686" y="4935434"/>
              <a:ext cx="976343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Các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vấn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đề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khó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khan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và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phát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triển</a:t>
              </a:r>
              <a:endParaRPr lang="vi-V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2231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59C82-E165-4291-296C-0B6D29685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143" y="3280229"/>
            <a:ext cx="11205713" cy="64137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1403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E3474-F1D4-3C0D-E22C-4145CA09A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576B3-24F1-DBD0-E7C6-94B0BBE1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lang="vi-VN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77667B74-9D22-94B4-461B-BC7C08142E90}"/>
              </a:ext>
            </a:extLst>
          </p:cNvPr>
          <p:cNvSpPr txBox="1"/>
          <p:nvPr/>
        </p:nvSpPr>
        <p:spPr>
          <a:xfrm>
            <a:off x="838200" y="1898839"/>
            <a:ext cx="58698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Điều</a:t>
            </a:r>
            <a:r>
              <a:rPr lang="en-US" sz="2800" dirty="0"/>
              <a:t> </a:t>
            </a:r>
            <a:r>
              <a:rPr lang="en-US" sz="2800" dirty="0" err="1"/>
              <a:t>kiện</a:t>
            </a:r>
            <a:r>
              <a:rPr lang="en-US" sz="2800" dirty="0"/>
              <a:t> </a:t>
            </a:r>
            <a:r>
              <a:rPr lang="en-US" sz="2800" dirty="0" err="1"/>
              <a:t>cần</a:t>
            </a:r>
            <a:endParaRPr lang="vi-VN" sz="2800" dirty="0"/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853AC33A-C1C8-75AA-DD42-14B30B8FCF86}"/>
              </a:ext>
            </a:extLst>
          </p:cNvPr>
          <p:cNvSpPr txBox="1"/>
          <p:nvPr/>
        </p:nvSpPr>
        <p:spPr>
          <a:xfrm>
            <a:off x="1373662" y="2767537"/>
            <a:ext cx="7787149" cy="1668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b="1" dirty="0"/>
              <a:t>Ngôn ngữ:</a:t>
            </a:r>
            <a:r>
              <a:rPr lang="vi-VN" dirty="0"/>
              <a:t> 100% </a:t>
            </a:r>
            <a:r>
              <a:rPr lang="vi-VN" dirty="0" err="1"/>
              <a:t>Java</a:t>
            </a:r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b="1" dirty="0"/>
              <a:t>Yêu cầu:</a:t>
            </a:r>
            <a:r>
              <a:rPr lang="vi-VN" dirty="0"/>
              <a:t> JDK 17+, có </a:t>
            </a:r>
            <a:r>
              <a:rPr lang="vi-VN" dirty="0" err="1"/>
              <a:t>javac</a:t>
            </a:r>
            <a:r>
              <a:rPr lang="vi-VN" dirty="0"/>
              <a:t> + </a:t>
            </a:r>
            <a:r>
              <a:rPr lang="vi-VN" dirty="0" err="1"/>
              <a:t>java</a:t>
            </a:r>
            <a:endParaRPr lang="en-US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b="1" dirty="0"/>
              <a:t>Hệ điều hành:</a:t>
            </a:r>
            <a:r>
              <a:rPr lang="vi-VN" dirty="0"/>
              <a:t> Windows / </a:t>
            </a:r>
            <a:r>
              <a:rPr lang="vi-VN" dirty="0" err="1"/>
              <a:t>Linux</a:t>
            </a:r>
            <a:r>
              <a:rPr lang="vi-VN" dirty="0"/>
              <a:t> / </a:t>
            </a:r>
            <a:r>
              <a:rPr lang="vi-VN" dirty="0" err="1"/>
              <a:t>macOS</a:t>
            </a:r>
            <a:endParaRPr lang="vi-VN" dirty="0"/>
          </a:p>
        </p:txBody>
      </p:sp>
      <p:pic>
        <p:nvPicPr>
          <p:cNvPr id="6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DA919F-E841-D747-3A7A-3203C65D7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763" y="814786"/>
            <a:ext cx="4429037" cy="467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306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F2FB6-24A0-4EB6-E19B-80B80A71A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8E4A4102-BFCF-78C6-EDF2-7E46B147C7A2}"/>
              </a:ext>
            </a:extLst>
          </p:cNvPr>
          <p:cNvSpPr txBox="1"/>
          <p:nvPr/>
        </p:nvSpPr>
        <p:spPr>
          <a:xfrm>
            <a:off x="1335386" y="1477568"/>
            <a:ext cx="58698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Tên đề tài:</a:t>
            </a:r>
            <a:r>
              <a:rPr lang="it-IT" sz="2800" dirty="0"/>
              <a:t> Game Caro Connect-4</a:t>
            </a:r>
            <a:endParaRPr lang="vi-VN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2D1A6BF-74C9-B7BF-45D6-0F4EB968D312}"/>
              </a:ext>
            </a:extLst>
          </p:cNvPr>
          <p:cNvSpPr txBox="1"/>
          <p:nvPr/>
        </p:nvSpPr>
        <p:spPr>
          <a:xfrm>
            <a:off x="1335386" y="2217562"/>
            <a:ext cx="1607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/>
              <a:t>Mục tiêu:</a:t>
            </a:r>
            <a:endParaRPr lang="vi-VN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D814C9-D41D-35E9-D867-B4B12BEB0B18}"/>
              </a:ext>
            </a:extLst>
          </p:cNvPr>
          <p:cNvSpPr txBox="1"/>
          <p:nvPr/>
        </p:nvSpPr>
        <p:spPr>
          <a:xfrm>
            <a:off x="2139173" y="2762905"/>
            <a:ext cx="6430297" cy="2193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Xây dựng </a:t>
            </a:r>
            <a:r>
              <a:rPr lang="vi-VN" sz="2400" dirty="0" err="1"/>
              <a:t>game</a:t>
            </a:r>
            <a:r>
              <a:rPr lang="vi-VN" sz="2400" dirty="0"/>
              <a:t> có AI thông minh</a:t>
            </a:r>
            <a:endParaRPr lang="en-US" sz="24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Ứng dụng </a:t>
            </a:r>
            <a:r>
              <a:rPr lang="vi-VN" sz="2400" dirty="0" err="1"/>
              <a:t>Minimax</a:t>
            </a:r>
            <a:r>
              <a:rPr lang="vi-VN" sz="2400" dirty="0"/>
              <a:t>, </a:t>
            </a:r>
            <a:r>
              <a:rPr lang="vi-VN" sz="2400" dirty="0" err="1"/>
              <a:t>Alpha-Beta</a:t>
            </a:r>
            <a:r>
              <a:rPr lang="vi-VN" sz="2400" dirty="0"/>
              <a:t> </a:t>
            </a:r>
            <a:r>
              <a:rPr lang="vi-VN" sz="2400" dirty="0" err="1"/>
              <a:t>Pruning</a:t>
            </a:r>
            <a:endParaRPr lang="en-US" sz="24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Tạo </a:t>
            </a:r>
            <a:r>
              <a:rPr lang="vi-VN" sz="2400" dirty="0" err="1"/>
              <a:t>Heuristic</a:t>
            </a:r>
            <a:r>
              <a:rPr lang="vi-VN" sz="2400" dirty="0"/>
              <a:t> đánh giá bàn cờ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647424B-0C35-851B-7EEF-0F251F9D612A}"/>
              </a:ext>
            </a:extLst>
          </p:cNvPr>
          <p:cNvSpPr txBox="1">
            <a:spLocks/>
          </p:cNvSpPr>
          <p:nvPr/>
        </p:nvSpPr>
        <p:spPr>
          <a:xfrm>
            <a:off x="838200" y="15200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vi-VN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681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45D1A-8207-CA6A-A9FA-364640047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FC80184B-6C51-9C45-464A-34C68128366B}"/>
              </a:ext>
            </a:extLst>
          </p:cNvPr>
          <p:cNvSpPr txBox="1"/>
          <p:nvPr/>
        </p:nvSpPr>
        <p:spPr>
          <a:xfrm>
            <a:off x="1562275" y="1639091"/>
            <a:ext cx="9399639" cy="2941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Connect-4 đơn giản nhưng không gian trạng thái lớn</a:t>
            </a:r>
            <a:endParaRPr lang="en-US" sz="24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Thích hợp áp dụng các thuật toán AI</a:t>
            </a:r>
            <a:endParaRPr lang="en-US" sz="24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Dễ triển khai, dễ kiểm chứng</a:t>
            </a:r>
            <a:endParaRPr lang="en-US" sz="24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Có tính trực quan khi trình diễn</a:t>
            </a:r>
            <a:endParaRPr lang="en-US" sz="24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3D7A51D-2D51-AFEA-F209-725817897928}"/>
              </a:ext>
            </a:extLst>
          </p:cNvPr>
          <p:cNvSpPr txBox="1">
            <a:spLocks/>
          </p:cNvSpPr>
          <p:nvPr/>
        </p:nvSpPr>
        <p:spPr>
          <a:xfrm>
            <a:off x="838200" y="15200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 do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vi-VN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479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F2CFE-6B30-B0D3-5611-2F1708827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44C1CE43-F8B2-CA15-6626-CB0AF3BC4A6D}"/>
              </a:ext>
            </a:extLst>
          </p:cNvPr>
          <p:cNvSpPr txBox="1"/>
          <p:nvPr/>
        </p:nvSpPr>
        <p:spPr>
          <a:xfrm>
            <a:off x="1228446" y="1477568"/>
            <a:ext cx="6899553" cy="3671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Bàn cờ 6 hàng × 7 cột</a:t>
            </a:r>
            <a:endParaRPr lang="en-US" sz="24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dirty="0"/>
              <a:t>Hai người chơi thả quân theo cột</a:t>
            </a:r>
            <a:endParaRPr lang="en-US" sz="24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b="1" dirty="0"/>
              <a:t>Mục tiêu: </a:t>
            </a:r>
            <a:r>
              <a:rPr lang="vi-VN" sz="2400" dirty="0"/>
              <a:t>tạo chuỗi 4 quân liên tiếp</a:t>
            </a:r>
            <a:endParaRPr lang="en-US" sz="24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b="1" dirty="0"/>
              <a:t>Kết thúc: </a:t>
            </a:r>
            <a:r>
              <a:rPr lang="vi-VN" sz="2400" dirty="0"/>
              <a:t>thắng / thua / hòa</a:t>
            </a:r>
            <a:endParaRPr lang="en-US" sz="2400" dirty="0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b="1" dirty="0"/>
              <a:t>Bài toán AI: </a:t>
            </a:r>
            <a:r>
              <a:rPr lang="vi-VN" sz="2400" dirty="0"/>
              <a:t>chọn nước đi tối ưu ở mỗi lượt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EFDAB1EC-8028-AB31-2B04-2B90CC927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031" y="1477567"/>
            <a:ext cx="1530182" cy="1325564"/>
          </a:xfrm>
          <a:prstGeom prst="rect">
            <a:avLst/>
          </a:prstGeom>
        </p:spPr>
      </p:pic>
      <p:pic>
        <p:nvPicPr>
          <p:cNvPr id="9" name="Hình ảnh 8">
            <a:extLst>
              <a:ext uri="{FF2B5EF4-FFF2-40B4-BE49-F238E27FC236}">
                <a16:creationId xmlns:a16="http://schemas.microsoft.com/office/drawing/2014/main" id="{A05CC938-914B-E8FA-6B88-B1DEA10F7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0689" y="1477568"/>
            <a:ext cx="1546257" cy="1336327"/>
          </a:xfrm>
          <a:prstGeom prst="rect">
            <a:avLst/>
          </a:prstGeom>
        </p:spPr>
      </p:pic>
      <p:pic>
        <p:nvPicPr>
          <p:cNvPr id="11" name="Hình ảnh 10">
            <a:extLst>
              <a:ext uri="{FF2B5EF4-FFF2-40B4-BE49-F238E27FC236}">
                <a16:creationId xmlns:a16="http://schemas.microsoft.com/office/drawing/2014/main" id="{A97E160B-F30E-C686-0E17-9D66DCD68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276" y="3434089"/>
            <a:ext cx="1551937" cy="1336328"/>
          </a:xfrm>
          <a:prstGeom prst="rect">
            <a:avLst/>
          </a:prstGeom>
        </p:spPr>
      </p:pic>
      <p:pic>
        <p:nvPicPr>
          <p:cNvPr id="13" name="Hình ảnh 12">
            <a:extLst>
              <a:ext uri="{FF2B5EF4-FFF2-40B4-BE49-F238E27FC236}">
                <a16:creationId xmlns:a16="http://schemas.microsoft.com/office/drawing/2014/main" id="{C1C028EB-B668-91B2-F7BB-D72C6BCD75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9940689" y="3429000"/>
            <a:ext cx="1541060" cy="1341417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01D2EF8E-37CD-0346-F6F3-5433FDED5313}"/>
              </a:ext>
            </a:extLst>
          </p:cNvPr>
          <p:cNvSpPr txBox="1">
            <a:spLocks/>
          </p:cNvSpPr>
          <p:nvPr/>
        </p:nvSpPr>
        <p:spPr>
          <a:xfrm>
            <a:off x="838200" y="15200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endParaRPr lang="vi-VN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135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947FA-A48E-1B95-29B5-143E1D211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A0599-94A6-B903-7E0A-4AFEED1836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143" y="3135086"/>
            <a:ext cx="11205713" cy="125097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chi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727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18552-839F-7CC8-A62D-C41858A27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89684EB-5968-8C68-CDFC-A9B19830A3F4}"/>
              </a:ext>
            </a:extLst>
          </p:cNvPr>
          <p:cNvSpPr txBox="1"/>
          <p:nvPr/>
        </p:nvSpPr>
        <p:spPr>
          <a:xfrm>
            <a:off x="1469689" y="1374084"/>
            <a:ext cx="5869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latin typeface="+mj-lt"/>
              </a:rPr>
              <a:t>Bàn cờ lưu bằng mảng 2D 6 × 7</a:t>
            </a:r>
            <a:endParaRPr lang="vi-VN" sz="2400" dirty="0">
              <a:solidFill>
                <a:schemeClr val="accent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D21C7844-2EF9-2D67-5302-AD4D151563C5}"/>
              </a:ext>
            </a:extLst>
          </p:cNvPr>
          <p:cNvSpPr txBox="1"/>
          <p:nvPr/>
        </p:nvSpPr>
        <p:spPr>
          <a:xfrm>
            <a:off x="1469689" y="2108244"/>
            <a:ext cx="8670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miễn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9C82B897-627C-361F-C05E-539DE62537CE}"/>
                  </a:ext>
                </a:extLst>
              </p:cNvPr>
              <p:cNvSpPr txBox="1"/>
              <p:nvPr/>
            </p:nvSpPr>
            <p:spPr>
              <a:xfrm>
                <a:off x="1469689" y="2842404"/>
                <a:ext cx="7170057" cy="1221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nước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lý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thuyết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tính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luật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rơi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vi-V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sz="2400" i="1"/>
                          </m:ctrlPr>
                        </m:sSupPr>
                        <m:e>
                          <m:r>
                            <a:rPr lang="en-US" sz="2400" i="1"/>
                            <m:t>7</m:t>
                          </m:r>
                        </m:e>
                        <m:sup>
                          <m:r>
                            <a:rPr lang="en-US" sz="2400" i="1"/>
                            <m:t>42</m:t>
                          </m:r>
                        </m:sup>
                      </m:sSup>
                      <m:r>
                        <a:rPr lang="en-US" sz="2400" i="1"/>
                        <m:t>≈1.98×</m:t>
                      </m:r>
                      <m:sSup>
                        <m:sSupPr>
                          <m:ctrlPr>
                            <a:rPr lang="vi-VN" sz="2400" i="1"/>
                          </m:ctrlPr>
                        </m:sSupPr>
                        <m:e>
                          <m:r>
                            <a:rPr lang="en-US" sz="2400" i="1"/>
                            <m:t>10</m:t>
                          </m:r>
                        </m:e>
                        <m:sup>
                          <m:r>
                            <a:rPr lang="en-US" sz="2400" i="1"/>
                            <m:t>35</m:t>
                          </m:r>
                        </m:sup>
                      </m:sSup>
                    </m:oMath>
                  </m:oMathPara>
                </a14:m>
                <a:endParaRPr lang="vi-V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Hộp Văn bản 3">
                <a:extLst>
                  <a:ext uri="{FF2B5EF4-FFF2-40B4-BE49-F238E27FC236}">
                    <a16:creationId xmlns:a16="http://schemas.microsoft.com/office/drawing/2014/main" id="{9C82B897-627C-361F-C05E-539DE6253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689" y="2842404"/>
                <a:ext cx="7170057" cy="1221040"/>
              </a:xfrm>
              <a:prstGeom prst="rect">
                <a:avLst/>
              </a:prstGeom>
              <a:blipFill>
                <a:blip r:embed="rId2"/>
                <a:stretch>
                  <a:fillRect l="-1276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7AFC4F6E-BDB7-96B4-9F47-57CF6D9BD343}"/>
                  </a:ext>
                </a:extLst>
              </p:cNvPr>
              <p:cNvSpPr txBox="1"/>
              <p:nvPr/>
            </p:nvSpPr>
            <p:spPr>
              <a:xfrm>
                <a:off x="1469688" y="3935700"/>
                <a:ext cx="7170057" cy="1212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Tổng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khả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dĩ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luật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rơi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vi-V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vi-VN" sz="2400" i="1"/>
                          </m:ctrlPr>
                        </m:sSupPr>
                        <m:e>
                          <m:r>
                            <a:rPr lang="en-US" sz="2400" i="1"/>
                            <m:t>7</m:t>
                          </m:r>
                        </m:e>
                        <m:sup>
                          <m:r>
                            <a:rPr lang="en-US" sz="2400" i="1"/>
                            <m:t>24</m:t>
                          </m:r>
                        </m:sup>
                      </m:sSup>
                      <m:r>
                        <a:rPr lang="en-US" sz="2400" i="1"/>
                        <m:t>×</m:t>
                      </m:r>
                      <m:sSup>
                        <m:sSupPr>
                          <m:ctrlPr>
                            <a:rPr lang="vi-VN" sz="2400" i="1"/>
                          </m:ctrlPr>
                        </m:sSupPr>
                        <m:e>
                          <m:r>
                            <a:rPr lang="en-US" sz="2400" i="1"/>
                            <m:t>6</m:t>
                          </m:r>
                        </m:e>
                        <m:sup>
                          <m:r>
                            <a:rPr lang="en-US" sz="2400" i="1"/>
                            <m:t>6</m:t>
                          </m:r>
                        </m:sup>
                      </m:sSup>
                      <m:r>
                        <a:rPr lang="en-US" sz="2400" i="1"/>
                        <m:t>×</m:t>
                      </m:r>
                      <m:sSup>
                        <m:sSupPr>
                          <m:ctrlPr>
                            <a:rPr lang="vi-VN" sz="2400" i="1"/>
                          </m:ctrlPr>
                        </m:sSupPr>
                        <m:e>
                          <m:r>
                            <a:rPr lang="en-US" sz="2400" i="1"/>
                            <m:t>5</m:t>
                          </m:r>
                        </m:e>
                        <m:sup>
                          <m:r>
                            <a:rPr lang="en-US" sz="2400" i="1"/>
                            <m:t>4</m:t>
                          </m:r>
                        </m:sup>
                      </m:sSup>
                      <m:r>
                        <a:rPr lang="en-US" sz="2400" i="1"/>
                        <m:t>×</m:t>
                      </m:r>
                      <m:sSup>
                        <m:sSupPr>
                          <m:ctrlPr>
                            <a:rPr lang="vi-VN" sz="2400" i="1"/>
                          </m:ctrlPr>
                        </m:sSupPr>
                        <m:e>
                          <m:r>
                            <a:rPr lang="en-US" sz="2400" i="1"/>
                            <m:t>4</m:t>
                          </m:r>
                        </m:e>
                        <m:sup>
                          <m:r>
                            <a:rPr lang="en-US" sz="2400" i="1"/>
                            <m:t>2</m:t>
                          </m:r>
                        </m:sup>
                      </m:sSup>
                      <m:r>
                        <a:rPr lang="en-US" sz="2400" i="1"/>
                        <m:t>×3×2×1≈4.53×</m:t>
                      </m:r>
                      <m:sSup>
                        <m:sSupPr>
                          <m:ctrlPr>
                            <a:rPr lang="vi-VN" sz="2400" i="1"/>
                          </m:ctrlPr>
                        </m:sSupPr>
                        <m:e>
                          <m:r>
                            <a:rPr lang="en-US" sz="2400" i="1"/>
                            <m:t>10</m:t>
                          </m:r>
                        </m:e>
                        <m:sup>
                          <m:r>
                            <a:rPr lang="en-US" sz="2400" i="1"/>
                            <m:t>23</m:t>
                          </m:r>
                        </m:sup>
                      </m:sSup>
                    </m:oMath>
                  </m:oMathPara>
                </a14:m>
                <a:endParaRPr lang="vi-V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Hộp Văn bản 4">
                <a:extLst>
                  <a:ext uri="{FF2B5EF4-FFF2-40B4-BE49-F238E27FC236}">
                    <a16:creationId xmlns:a16="http://schemas.microsoft.com/office/drawing/2014/main" id="{7AFC4F6E-BDB7-96B4-9F47-57CF6D9BD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688" y="3935700"/>
                <a:ext cx="7170057" cy="1212833"/>
              </a:xfrm>
              <a:prstGeom prst="rect">
                <a:avLst/>
              </a:prstGeom>
              <a:blipFill>
                <a:blip r:embed="rId3"/>
                <a:stretch>
                  <a:fillRect l="-1276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69F107BE-CF3D-16EA-A244-93B81C002196}"/>
              </a:ext>
            </a:extLst>
          </p:cNvPr>
          <p:cNvSpPr txBox="1"/>
          <p:nvPr/>
        </p:nvSpPr>
        <p:spPr>
          <a:xfrm>
            <a:off x="1469688" y="5276277"/>
            <a:ext cx="9401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Minimax hay Alpha–Beta Pruning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4BB3F92-E8A3-91C7-C2FA-34B88414378D}"/>
              </a:ext>
            </a:extLst>
          </p:cNvPr>
          <p:cNvSpPr txBox="1">
            <a:spLocks/>
          </p:cNvSpPr>
          <p:nvPr/>
        </p:nvSpPr>
        <p:spPr>
          <a:xfrm>
            <a:off x="838200" y="15200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1" i="0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610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A diagram of a solar panel&#10;&#10;AI-generated content may be incorrect.">
            <a:extLst>
              <a:ext uri="{FF2B5EF4-FFF2-40B4-BE49-F238E27FC236}">
                <a16:creationId xmlns:a16="http://schemas.microsoft.com/office/drawing/2014/main" id="{6E45EE60-CF49-1DFB-077A-617A9B45E6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54" y="290285"/>
            <a:ext cx="11754092" cy="59357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118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BF7FC-EEAB-74E0-5CD4-318D79818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D5918-22A1-0BBA-4CEC-4DBC38D2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Minimax (</a:t>
            </a:r>
            <a:r>
              <a:rPr lang="en-US" dirty="0" err="1"/>
              <a:t>đệ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)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448693EE-0135-20D9-AD3D-9D8A1E0C1999}"/>
              </a:ext>
            </a:extLst>
          </p:cNvPr>
          <p:cNvSpPr txBox="1"/>
          <p:nvPr/>
        </p:nvSpPr>
        <p:spPr>
          <a:xfrm>
            <a:off x="1469688" y="1367697"/>
            <a:ext cx="1578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 tưởng:</a:t>
            </a:r>
            <a:endParaRPr lang="vi-V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D836D62F-206B-1574-9C1E-8BA02859081F}"/>
              </a:ext>
            </a:extLst>
          </p:cNvPr>
          <p:cNvSpPr txBox="1"/>
          <p:nvPr/>
        </p:nvSpPr>
        <p:spPr>
          <a:xfrm>
            <a:off x="2052016" y="1802741"/>
            <a:ext cx="8670296" cy="1133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latin typeface="+mj-lt"/>
              </a:rPr>
              <a:t>AI tìm nước đi tốt nhất (MAX)</a:t>
            </a:r>
            <a:endParaRPr lang="en-US" sz="2400" dirty="0">
              <a:latin typeface="+mj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latin typeface="+mj-lt"/>
              </a:rPr>
              <a:t>Đối thủ cố làm AI thua (MIN)</a:t>
            </a:r>
            <a:endParaRPr lang="vi-VN" sz="2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2C131337-C205-1EF0-97C5-7C78DA505853}"/>
              </a:ext>
            </a:extLst>
          </p:cNvPr>
          <p:cNvSpPr txBox="1"/>
          <p:nvPr/>
        </p:nvSpPr>
        <p:spPr>
          <a:xfrm>
            <a:off x="1469688" y="3106609"/>
            <a:ext cx="2187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vi-VN" sz="28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5D70158A-F7F5-6F97-2A22-5A03613C866C}"/>
              </a:ext>
            </a:extLst>
          </p:cNvPr>
          <p:cNvSpPr txBox="1"/>
          <p:nvPr/>
        </p:nvSpPr>
        <p:spPr>
          <a:xfrm>
            <a:off x="2052016" y="3800117"/>
            <a:ext cx="8670296" cy="2241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 tra thắng / thua / hòa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Nếu MAX: chọn giá trị lớn nhất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Nếu MIN: chọn giá trị nhỏ nhất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219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C4945-7877-B931-0C4C-044DFB98F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DCC4E-8C68-8D76-12E5-EE743CFDD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Cắt</a:t>
            </a:r>
            <a:r>
              <a:rPr lang="en-US" dirty="0"/>
              <a:t> </a:t>
            </a:r>
            <a:r>
              <a:rPr lang="en-US" dirty="0" err="1"/>
              <a:t>tỉa</a:t>
            </a:r>
            <a:r>
              <a:rPr lang="en-US" dirty="0"/>
              <a:t> Alpha - Beta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36A36432-E232-FFA5-2703-D5DBC1941901}"/>
              </a:ext>
            </a:extLst>
          </p:cNvPr>
          <p:cNvSpPr txBox="1"/>
          <p:nvPr/>
        </p:nvSpPr>
        <p:spPr>
          <a:xfrm>
            <a:off x="1469689" y="1374084"/>
            <a:ext cx="9503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Alpha-Beta Pruning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Minimax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AC7BD6BF-1500-279B-4312-E91BDE50798D}"/>
              </a:ext>
            </a:extLst>
          </p:cNvPr>
          <p:cNvSpPr txBox="1"/>
          <p:nvPr/>
        </p:nvSpPr>
        <p:spPr>
          <a:xfrm>
            <a:off x="1469689" y="2468814"/>
            <a:ext cx="3871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ED417040-F4B0-80FD-BB92-795EBCD20D57}"/>
              </a:ext>
            </a:extLst>
          </p:cNvPr>
          <p:cNvSpPr txBox="1"/>
          <p:nvPr/>
        </p:nvSpPr>
        <p:spPr>
          <a:xfrm>
            <a:off x="2293257" y="3194212"/>
            <a:ext cx="6096000" cy="949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Alpha</a:t>
            </a:r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giá tốt nhất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đạt được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Beta</a:t>
            </a:r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giá tốt nhất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đạt được</a:t>
            </a: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8DD249C7-E738-7E3B-6CA2-D8AEB03CCFB8}"/>
              </a:ext>
            </a:extLst>
          </p:cNvPr>
          <p:cNvSpPr txBox="1"/>
          <p:nvPr/>
        </p:nvSpPr>
        <p:spPr>
          <a:xfrm>
            <a:off x="1469689" y="4407244"/>
            <a:ext cx="3871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dirty="0">
                <a:latin typeface="+mj-lt"/>
              </a:rPr>
              <a:t>Cắt tỉa xảy ra khi:</a:t>
            </a:r>
            <a:endParaRPr lang="vi-VN" sz="2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1" name="Hộp Văn bản 10">
            <a:extLst>
              <a:ext uri="{FF2B5EF4-FFF2-40B4-BE49-F238E27FC236}">
                <a16:creationId xmlns:a16="http://schemas.microsoft.com/office/drawing/2014/main" id="{5E43882B-9B36-558C-6207-108DF9FEB7DE}"/>
              </a:ext>
            </a:extLst>
          </p:cNvPr>
          <p:cNvSpPr txBox="1"/>
          <p:nvPr/>
        </p:nvSpPr>
        <p:spPr>
          <a:xfrm>
            <a:off x="2293257" y="5132642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 err="1">
                <a:latin typeface="+mj-lt"/>
              </a:rPr>
              <a:t>alpha</a:t>
            </a:r>
            <a:r>
              <a:rPr lang="vi-VN" sz="2400" dirty="0">
                <a:latin typeface="+mj-lt"/>
              </a:rPr>
              <a:t> ≥ </a:t>
            </a:r>
            <a:r>
              <a:rPr lang="vi-VN" sz="2400" dirty="0" err="1">
                <a:latin typeface="+mj-lt"/>
              </a:rPr>
              <a:t>beta</a:t>
            </a:r>
            <a:r>
              <a:rPr lang="vi-VN" sz="2400" dirty="0">
                <a:latin typeface="+mj-lt"/>
              </a:rPr>
              <a:t> → không cần xét tiếp nhánh</a:t>
            </a:r>
            <a:endParaRPr lang="vi-VN" sz="24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9622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59D0F-2753-D03C-84DA-950650534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A95FD-8EB0-145F-4B2E-0AD4D2637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</a:t>
            </a:r>
            <a:r>
              <a:rPr lang="en-US" dirty="0" err="1"/>
              <a:t>àm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vi-VN" dirty="0"/>
              <a:t> (H</a:t>
            </a:r>
            <a:r>
              <a:rPr lang="en-US" dirty="0" err="1"/>
              <a:t>euristic</a:t>
            </a:r>
            <a:r>
              <a:rPr lang="vi-VN" dirty="0"/>
              <a:t>)</a:t>
            </a:r>
            <a:endParaRPr lang="en-US" dirty="0"/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E26B4A5C-59F7-3DC0-5739-C37D2BF7CF35}"/>
              </a:ext>
            </a:extLst>
          </p:cNvPr>
          <p:cNvSpPr txBox="1"/>
          <p:nvPr/>
        </p:nvSpPr>
        <p:spPr>
          <a:xfrm>
            <a:off x="1395244" y="1424572"/>
            <a:ext cx="94015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“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thúc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54831706-179B-BD6C-5DD3-B848EEDDEDED}"/>
              </a:ext>
            </a:extLst>
          </p:cNvPr>
          <p:cNvSpPr txBox="1"/>
          <p:nvPr/>
        </p:nvSpPr>
        <p:spPr>
          <a:xfrm>
            <a:off x="1395244" y="2334631"/>
            <a:ext cx="9401512" cy="948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scorePosition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(board, piece):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Đánh giá các ô liên tiếp theo 4 hướng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⟷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↕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⤢</a:t>
            </a: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6A699C87-F3AB-52A3-229E-FE7DA4AEE090}"/>
              </a:ext>
            </a:extLst>
          </p:cNvPr>
          <p:cNvSpPr txBox="1"/>
          <p:nvPr/>
        </p:nvSpPr>
        <p:spPr>
          <a:xfrm>
            <a:off x="1395244" y="3384054"/>
            <a:ext cx="9401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evaluateWindow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(window, piece):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FB92AE1E-A51C-AC38-C35C-26DF6F45659D}"/>
              </a:ext>
            </a:extLst>
          </p:cNvPr>
          <p:cNvSpPr txBox="1"/>
          <p:nvPr/>
        </p:nvSpPr>
        <p:spPr>
          <a:xfrm>
            <a:off x="2180888" y="3946293"/>
            <a:ext cx="9401512" cy="2249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latin typeface="+mj-lt"/>
              </a:rPr>
              <a:t>4 quân liên tiếp → +1000</a:t>
            </a:r>
            <a:endParaRPr lang="en-US" sz="2400" dirty="0">
              <a:latin typeface="+mj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latin typeface="+mj-lt"/>
              </a:rPr>
              <a:t>3 quân + 1 trống → +10</a:t>
            </a:r>
            <a:endParaRPr lang="en-US" sz="2400" dirty="0">
              <a:latin typeface="+mj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latin typeface="+mj-lt"/>
              </a:rPr>
              <a:t>2 quân + 2 trống → +2</a:t>
            </a:r>
            <a:endParaRPr lang="en-US" sz="2400" dirty="0">
              <a:latin typeface="+mj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latin typeface="+mj-lt"/>
              </a:rPr>
              <a:t>Đối thủ có 3 quân → </a:t>
            </a:r>
            <a:r>
              <a:rPr lang="vi-VN" sz="2400" b="1" dirty="0">
                <a:latin typeface="+mj-lt"/>
              </a:rPr>
              <a:t>–80</a:t>
            </a:r>
            <a:r>
              <a:rPr lang="vi-VN" sz="2400" dirty="0">
                <a:latin typeface="+mj-lt"/>
              </a:rPr>
              <a:t> (ưu tiên chặn)</a:t>
            </a:r>
            <a:endParaRPr lang="en-US" sz="24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876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46D87-97E8-E35C-E208-9D760BE27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2485C-FE60-EE77-A35E-911E346C40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143" y="3585029"/>
            <a:ext cx="11205713" cy="64137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game </a:t>
            </a:r>
            <a:br>
              <a:rPr lang="en-US" dirty="0"/>
            </a:br>
            <a:r>
              <a:rPr lang="en-US" dirty="0"/>
              <a:t>Caro connect-4.</a:t>
            </a:r>
            <a:endParaRPr lang="vi-V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93753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A03237E-93B5-F815-B6CD-47FB8B37A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Mô tả trạng thái và nước đi </a:t>
            </a:r>
            <a:r>
              <a:rPr lang="en-US" dirty="0" err="1"/>
              <a:t>trong</a:t>
            </a:r>
            <a:r>
              <a:rPr lang="en-US" dirty="0"/>
              <a:t> game</a:t>
            </a:r>
            <a:endParaRPr lang="vi-VN" dirty="0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0AA1EB04-76D3-F41D-7B8B-342CE6713373}"/>
              </a:ext>
            </a:extLst>
          </p:cNvPr>
          <p:cNvSpPr txBox="1"/>
          <p:nvPr/>
        </p:nvSpPr>
        <p:spPr>
          <a:xfrm>
            <a:off x="1219200" y="1477568"/>
            <a:ext cx="9753600" cy="11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2D: 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int[][] board = new int[ROW_COUNT][COLUMN_COUNT];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993442AB-600C-A3EF-BEE0-2CA70E108A15}"/>
              </a:ext>
            </a:extLst>
          </p:cNvPr>
          <p:cNvSpPr txBox="1"/>
          <p:nvPr/>
        </p:nvSpPr>
        <p:spPr>
          <a:xfrm>
            <a:off x="1219200" y="2933760"/>
            <a:ext cx="81860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ô: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0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trống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(PLAYER_PIECE)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2 =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(AI_PIECE)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EA936808-9FFF-3CF7-F25C-DE51FA50B272}"/>
              </a:ext>
            </a:extLst>
          </p:cNvPr>
          <p:cNvSpPr txBox="1"/>
          <p:nvPr/>
        </p:nvSpPr>
        <p:spPr>
          <a:xfrm>
            <a:off x="1219199" y="4825647"/>
            <a:ext cx="81860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- Khi AI </a:t>
            </a:r>
            <a:r>
              <a:rPr lang="en-US" sz="2400" dirty="0" err="1"/>
              <a:t>hoặc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chơi</a:t>
            </a:r>
            <a:r>
              <a:rPr lang="en-US" sz="2400" dirty="0"/>
              <a:t> </a:t>
            </a:r>
            <a:r>
              <a:rPr lang="en-US" sz="2400" dirty="0" err="1"/>
              <a:t>đánh</a:t>
            </a:r>
            <a:r>
              <a:rPr lang="en-US" sz="2400" dirty="0"/>
              <a:t>, </a:t>
            </a:r>
            <a:r>
              <a:rPr lang="en-US" sz="2400" dirty="0" err="1"/>
              <a:t>trạng</a:t>
            </a:r>
            <a:r>
              <a:rPr lang="en-US" sz="2400" dirty="0"/>
              <a:t> </a:t>
            </a:r>
            <a:r>
              <a:rPr lang="en-US" sz="2400" dirty="0" err="1"/>
              <a:t>thái</a:t>
            </a:r>
            <a:r>
              <a:rPr lang="en-US" sz="2400" dirty="0"/>
              <a:t> </a:t>
            </a:r>
            <a:r>
              <a:rPr lang="en-US" sz="2400" dirty="0" err="1"/>
              <a:t>sẽ</a:t>
            </a:r>
            <a:r>
              <a:rPr lang="en-US" sz="2400" dirty="0"/>
              <a:t> </a:t>
            </a:r>
            <a:r>
              <a:rPr lang="en-US" sz="2400" dirty="0" err="1"/>
              <a:t>thay</a:t>
            </a:r>
            <a:r>
              <a:rPr lang="en-US" sz="2400" dirty="0"/>
              <a:t> </a:t>
            </a:r>
            <a:r>
              <a:rPr lang="en-US" sz="2400" dirty="0" err="1"/>
              <a:t>đổi</a:t>
            </a:r>
            <a:r>
              <a:rPr lang="en-US" sz="2400" dirty="0"/>
              <a:t> </a:t>
            </a:r>
          </a:p>
          <a:p>
            <a:r>
              <a:rPr lang="en-US" sz="2400" dirty="0"/>
              <a:t>	1 ô </a:t>
            </a:r>
            <a:r>
              <a:rPr lang="en-US" sz="2400" dirty="0" err="1"/>
              <a:t>từ</a:t>
            </a:r>
            <a:r>
              <a:rPr lang="en-US" sz="2400" dirty="0"/>
              <a:t> 0 → 1 </a:t>
            </a:r>
            <a:r>
              <a:rPr lang="en-US" sz="2400" dirty="0" err="1"/>
              <a:t>hoặc</a:t>
            </a:r>
            <a:r>
              <a:rPr lang="en-US" sz="2400" dirty="0"/>
              <a:t> 2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3114101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Nhóm 10">
            <a:extLst>
              <a:ext uri="{FF2B5EF4-FFF2-40B4-BE49-F238E27FC236}">
                <a16:creationId xmlns:a16="http://schemas.microsoft.com/office/drawing/2014/main" id="{12582927-2E73-9625-0FD6-A8A7FBDABD98}"/>
              </a:ext>
            </a:extLst>
          </p:cNvPr>
          <p:cNvGrpSpPr/>
          <p:nvPr/>
        </p:nvGrpSpPr>
        <p:grpSpPr>
          <a:xfrm>
            <a:off x="846116" y="859971"/>
            <a:ext cx="10499767" cy="4574438"/>
            <a:chOff x="882298" y="961571"/>
            <a:chExt cx="10499767" cy="4574438"/>
          </a:xfrm>
        </p:grpSpPr>
        <p:pic>
          <p:nvPicPr>
            <p:cNvPr id="8" name="Hình ảnh 7">
              <a:extLst>
                <a:ext uri="{FF2B5EF4-FFF2-40B4-BE49-F238E27FC236}">
                  <a16:creationId xmlns:a16="http://schemas.microsoft.com/office/drawing/2014/main" id="{054FBBB8-42DF-1BBA-7C32-52C4545B0E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2298" y="961571"/>
              <a:ext cx="4575074" cy="4574438"/>
            </a:xfrm>
            <a:prstGeom prst="rect">
              <a:avLst/>
            </a:prstGeom>
          </p:spPr>
        </p:pic>
        <p:pic>
          <p:nvPicPr>
            <p:cNvPr id="10" name="Hình ảnh 9">
              <a:extLst>
                <a:ext uri="{FF2B5EF4-FFF2-40B4-BE49-F238E27FC236}">
                  <a16:creationId xmlns:a16="http://schemas.microsoft.com/office/drawing/2014/main" id="{273C9DDA-61E2-F8EE-7AC6-ABF855D8D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60040" y="961571"/>
              <a:ext cx="4822025" cy="4574437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934037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5FE8B-7026-B92B-4A5D-E4A96EBE5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54A3CA8-8534-2632-1C31-F03C189A3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Áp dụng thuật toán</a:t>
            </a:r>
            <a:endParaRPr lang="vi-VN" dirty="0"/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EE723F75-4836-D5A3-8CE5-69B671B710C1}"/>
              </a:ext>
            </a:extLst>
          </p:cNvPr>
          <p:cNvSpPr txBox="1"/>
          <p:nvPr/>
        </p:nvSpPr>
        <p:spPr>
          <a:xfrm>
            <a:off x="838200" y="1603848"/>
            <a:ext cx="9753600" cy="579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400" dirty="0">
                <a:latin typeface="+mj-lt"/>
              </a:rPr>
              <a:t>Quy trình Dự đoán (</a:t>
            </a:r>
            <a:r>
              <a:rPr lang="vi-VN" sz="2400" dirty="0" err="1">
                <a:latin typeface="+mj-lt"/>
              </a:rPr>
              <a:t>Minimax</a:t>
            </a:r>
            <a:r>
              <a:rPr lang="vi-VN" sz="2400" dirty="0">
                <a:latin typeface="+mj-lt"/>
              </a:rPr>
              <a:t> + </a:t>
            </a:r>
            <a:r>
              <a:rPr lang="vi-VN" sz="2400" dirty="0" err="1">
                <a:latin typeface="+mj-lt"/>
              </a:rPr>
              <a:t>Alpha-Beta</a:t>
            </a:r>
            <a:r>
              <a:rPr lang="vi-VN" sz="2400" dirty="0">
                <a:latin typeface="+mj-lt"/>
              </a:rPr>
              <a:t>)</a:t>
            </a:r>
            <a:endParaRPr lang="vi-VN" sz="2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72C45527-A953-D8D9-F0F1-6724EE55FF0A}"/>
              </a:ext>
            </a:extLst>
          </p:cNvPr>
          <p:cNvSpPr txBox="1"/>
          <p:nvPr/>
        </p:nvSpPr>
        <p:spPr>
          <a:xfrm>
            <a:off x="838200" y="2478777"/>
            <a:ext cx="10972800" cy="2195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Mô phỏng: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Tạo bản sao bàn cờ và xét các cột hợp lệ.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Đệ quy: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Giả lập nước đi của AI/đối thủ và gọi đệ quy để đánh giá trạng thái tương lai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 quyết định: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Chọn nước đi có điểm số tối ưu nhất dựa trên hàm lượng giá</a:t>
            </a:r>
          </a:p>
        </p:txBody>
      </p:sp>
    </p:spTree>
    <p:extLst>
      <p:ext uri="{BB962C8B-B14F-4D97-AF65-F5344CB8AC3E}">
        <p14:creationId xmlns:p14="http://schemas.microsoft.com/office/powerpoint/2010/main" val="7827351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984D7-A1B4-F99C-643C-3F19170C5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9019CFC-F81F-780D-F72C-F50FA5A5C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Áp dụng thuật toán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184C0D8C-B679-16DF-0A41-54938CAD9C34}"/>
              </a:ext>
            </a:extLst>
          </p:cNvPr>
          <p:cNvSpPr txBox="1"/>
          <p:nvPr/>
        </p:nvSpPr>
        <p:spPr>
          <a:xfrm>
            <a:off x="838200" y="1603848"/>
            <a:ext cx="9753600" cy="579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400" dirty="0">
                <a:latin typeface="+mj-lt"/>
              </a:rPr>
              <a:t>Tiêu chí Đánh giá (</a:t>
            </a:r>
            <a:r>
              <a:rPr lang="vi-VN" sz="2400" dirty="0" err="1">
                <a:latin typeface="+mj-lt"/>
              </a:rPr>
              <a:t>Heuristic</a:t>
            </a:r>
            <a:r>
              <a:rPr lang="vi-VN" sz="2400" dirty="0">
                <a:latin typeface="+mj-lt"/>
              </a:rPr>
              <a:t> </a:t>
            </a:r>
            <a:r>
              <a:rPr lang="vi-VN" sz="2400" dirty="0" err="1">
                <a:latin typeface="+mj-lt"/>
              </a:rPr>
              <a:t>Function</a:t>
            </a:r>
            <a:r>
              <a:rPr lang="vi-VN" sz="2400" dirty="0">
                <a:latin typeface="+mj-lt"/>
              </a:rPr>
              <a:t>)</a:t>
            </a:r>
            <a:endParaRPr lang="vi-VN" sz="2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3037CF9B-3A3E-9DA2-EF20-959DD1D7644D}"/>
              </a:ext>
            </a:extLst>
          </p:cNvPr>
          <p:cNvSpPr txBox="1"/>
          <p:nvPr/>
        </p:nvSpPr>
        <p:spPr>
          <a:xfrm>
            <a:off x="838200" y="2478777"/>
            <a:ext cx="10972800" cy="2195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b="1" dirty="0">
                <a:latin typeface="+mj-lt"/>
              </a:rPr>
              <a:t>Kiểm soát trung tâm:</a:t>
            </a:r>
            <a:r>
              <a:rPr lang="vi-VN" sz="2400" dirty="0">
                <a:latin typeface="+mj-lt"/>
              </a:rPr>
              <a:t> Ưu tiên đặt quân vào cột giữa bàn cờ</a:t>
            </a:r>
            <a:endParaRPr lang="en-US" sz="2400" dirty="0">
              <a:latin typeface="+mj-lt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b="1" dirty="0">
                <a:latin typeface="+mj-lt"/>
              </a:rPr>
              <a:t>Tấn công:</a:t>
            </a:r>
            <a:r>
              <a:rPr lang="vi-VN" sz="2400" dirty="0">
                <a:latin typeface="+mj-lt"/>
              </a:rPr>
              <a:t> Tích điểm cho các chuỗi quân liên tiếp (ngang, dọc, chéo).</a:t>
            </a:r>
            <a:endParaRPr lang="en-US" sz="2400" dirty="0">
              <a:latin typeface="+mj-lt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b="1" dirty="0">
                <a:latin typeface="+mj-lt"/>
              </a:rPr>
              <a:t>Phòng thủ:</a:t>
            </a:r>
            <a:r>
              <a:rPr lang="vi-VN" sz="2400" dirty="0">
                <a:latin typeface="+mj-lt"/>
              </a:rPr>
              <a:t> Ưu tiên chặn nước đi của đối thủ khi có chuỗi 3 quân</a:t>
            </a:r>
            <a:endParaRPr lang="vi-VN" sz="24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048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EA112-2C2D-0594-4AFD-7BAC1D490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5BD1714-2D14-F7EB-449E-02422EC15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Quy trình AI thực hiện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9E199EFC-98B7-2A51-BC7E-EAC918E6B180}"/>
              </a:ext>
            </a:extLst>
          </p:cNvPr>
          <p:cNvSpPr txBox="1"/>
          <p:nvPr/>
        </p:nvSpPr>
        <p:spPr>
          <a:xfrm>
            <a:off x="838200" y="1183994"/>
            <a:ext cx="9753600" cy="587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BF779F69-BC2B-363D-7783-71F9731C6695}"/>
              </a:ext>
            </a:extLst>
          </p:cNvPr>
          <p:cNvSpPr txBox="1"/>
          <p:nvPr/>
        </p:nvSpPr>
        <p:spPr>
          <a:xfrm>
            <a:off x="838200" y="1909392"/>
            <a:ext cx="10972800" cy="1687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Mô phỏng &amp; Đánh giá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Với mỗi cột hợp lệ, tạo một bàn cờ giả lập (</a:t>
            </a: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tempBoard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Thử đặt quân AI vào và gọi đệ quy thuật toán </a:t>
            </a:r>
            <a:r>
              <a:rPr lang="vi-V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Minimax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để tính điểm số</a:t>
            </a:r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7068562D-637A-AAB8-8DD0-C6FB6515F3AD}"/>
              </a:ext>
            </a:extLst>
          </p:cNvPr>
          <p:cNvSpPr txBox="1"/>
          <p:nvPr/>
        </p:nvSpPr>
        <p:spPr>
          <a:xfrm>
            <a:off x="838200" y="3739388"/>
            <a:ext cx="10972800" cy="579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3: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Chọn ra cột có điểm số cao nhất (</a:t>
            </a: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bestValue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làm nước đi chính thức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6D3B15AB-3A83-ADAC-AC5C-8411774F4EE0}"/>
              </a:ext>
            </a:extLst>
          </p:cNvPr>
          <p:cNvSpPr txBox="1"/>
          <p:nvPr/>
        </p:nvSpPr>
        <p:spPr>
          <a:xfrm>
            <a:off x="838200" y="4461003"/>
            <a:ext cx="10972800" cy="1140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+ 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Kích hoạt hiệu ứng và kiểm tra điều kiện kết thúc </a:t>
            </a:r>
            <a:r>
              <a:rPr lang="vi-V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game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(Thắng/Thua)</a:t>
            </a:r>
          </a:p>
        </p:txBody>
      </p:sp>
    </p:spTree>
    <p:extLst>
      <p:ext uri="{BB962C8B-B14F-4D97-AF65-F5344CB8AC3E}">
        <p14:creationId xmlns:p14="http://schemas.microsoft.com/office/powerpoint/2010/main" val="3341191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56970-233B-F5E3-6E77-73BC9E3A5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59BC387B-9C6C-8432-3331-BBD82292E49B}"/>
              </a:ext>
            </a:extLst>
          </p:cNvPr>
          <p:cNvSpPr txBox="1"/>
          <p:nvPr/>
        </p:nvSpPr>
        <p:spPr>
          <a:xfrm>
            <a:off x="838200" y="15200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i="0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rPr>
              <a:t>Ví dụ về cắt tỉa một nhánh nhỏ trong Không gian trạng thái trò chơi.</a:t>
            </a:r>
          </a:p>
        </p:txBody>
      </p:sp>
      <p:pic>
        <p:nvPicPr>
          <p:cNvPr id="3" name="Picture 5" descr="A diagram of a diagram of a person&#10;&#10;AI-generated content may be incorrect.">
            <a:extLst>
              <a:ext uri="{FF2B5EF4-FFF2-40B4-BE49-F238E27FC236}">
                <a16:creationId xmlns:a16="http://schemas.microsoft.com/office/drawing/2014/main" id="{40BE61DC-88AC-470C-C730-64F13280A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3425" y="1825625"/>
            <a:ext cx="10485150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0931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CA3BA-EFDC-20F1-35A5-447A8ABB2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74C4B195-638C-DE1D-2A6F-33EB3438C0F6}"/>
              </a:ext>
            </a:extLst>
          </p:cNvPr>
          <p:cNvSpPr txBox="1"/>
          <p:nvPr/>
        </p:nvSpPr>
        <p:spPr>
          <a:xfrm>
            <a:off x="838200" y="15200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i="0" kern="1200" baseline="0" dirty="0" err="1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rPr>
              <a:t>Tính</a:t>
            </a:r>
            <a:r>
              <a:rPr lang="en-US" sz="3600" b="1" i="0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rPr>
              <a:t> </a:t>
            </a:r>
            <a:r>
              <a:rPr lang="en-US" sz="3600" b="1" i="0" kern="1200" baseline="0" dirty="0" err="1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rPr>
              <a:t>điểm</a:t>
            </a:r>
            <a:r>
              <a:rPr lang="en-US" sz="3600" b="1" i="0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rPr>
              <a:t> Heuristic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2EC00D9C-9468-A10D-C491-5ED15F0EEB47}"/>
              </a:ext>
            </a:extLst>
          </p:cNvPr>
          <p:cNvSpPr txBox="1"/>
          <p:nvPr/>
        </p:nvSpPr>
        <p:spPr>
          <a:xfrm>
            <a:off x="1103086" y="1477568"/>
            <a:ext cx="29754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Quy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2EA2C468-0975-8AD5-0897-EA337B50A915}"/>
              </a:ext>
            </a:extLst>
          </p:cNvPr>
          <p:cNvSpPr txBox="1"/>
          <p:nvPr/>
        </p:nvSpPr>
        <p:spPr>
          <a:xfrm>
            <a:off x="1103086" y="2000788"/>
            <a:ext cx="10515600" cy="1132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Ưu tiên chiếm lĩnh </a:t>
            </a:r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cột giữa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vì tạo ra nhiều cơ hội kết nối (ngang, dọc, chéo) nhất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 3</a:t>
            </a:r>
            <a:endParaRPr lang="vi-V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70F55ACD-5E7E-512D-92FC-31E2FF28411D}"/>
              </a:ext>
            </a:extLst>
          </p:cNvPr>
          <p:cNvSpPr txBox="1"/>
          <p:nvPr/>
        </p:nvSpPr>
        <p:spPr>
          <a:xfrm>
            <a:off x="1103086" y="3201182"/>
            <a:ext cx="8396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>
                <a:latin typeface="+mj-lt"/>
              </a:rPr>
              <a:t>Duyệt từng nhóm 4 ô liên tiếp để cộng/trừ điểm</a:t>
            </a:r>
            <a:endParaRPr lang="vi-VN" sz="28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A70ED9E4-CCD4-CD0D-A1EB-13715EEC9ABB}"/>
              </a:ext>
            </a:extLst>
          </p:cNvPr>
          <p:cNvSpPr txBox="1"/>
          <p:nvPr/>
        </p:nvSpPr>
        <p:spPr>
          <a:xfrm>
            <a:off x="1103086" y="3791985"/>
            <a:ext cx="10515600" cy="2239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 dirty="0">
                <a:latin typeface="+mj-lt"/>
              </a:rPr>
              <a:t>4 quân:</a:t>
            </a:r>
            <a:r>
              <a:rPr lang="vi-VN" sz="2400" dirty="0">
                <a:latin typeface="+mj-lt"/>
              </a:rPr>
              <a:t> +1000 (Chiến thắng tuyệt đối)</a:t>
            </a:r>
            <a:endParaRPr lang="en-US" sz="2400" dirty="0">
              <a:latin typeface="+mj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 dirty="0">
                <a:latin typeface="+mj-lt"/>
              </a:rPr>
              <a:t>3 quân + 1 trống:</a:t>
            </a:r>
            <a:r>
              <a:rPr lang="vi-VN" sz="2400" dirty="0">
                <a:latin typeface="+mj-lt"/>
              </a:rPr>
              <a:t> +10 (Cơ hội thắng cao)</a:t>
            </a:r>
            <a:endParaRPr lang="en-US" sz="2400" dirty="0">
              <a:latin typeface="+mj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 dirty="0">
                <a:latin typeface="+mj-lt"/>
              </a:rPr>
              <a:t>2 quân + 2 trống:</a:t>
            </a:r>
            <a:r>
              <a:rPr lang="vi-VN" sz="2400" dirty="0">
                <a:latin typeface="+mj-lt"/>
              </a:rPr>
              <a:t> +2 (Xây dựng nước đi)</a:t>
            </a:r>
            <a:endParaRPr lang="en-US" sz="2400" dirty="0">
              <a:latin typeface="+mj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 b="1" dirty="0">
                <a:latin typeface="+mj-lt"/>
              </a:rPr>
              <a:t>3 quân đối thủ + 1 trống:</a:t>
            </a:r>
            <a:r>
              <a:rPr lang="vi-VN" sz="2400" dirty="0">
                <a:latin typeface="+mj-lt"/>
              </a:rPr>
              <a:t> -80</a:t>
            </a:r>
            <a:endParaRPr lang="vi-VN" sz="24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8359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EA383-844D-F2B7-5FBA-93952BB41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36D5B2ED-8ADC-2063-29F2-7BE0B5CE5E2A}"/>
              </a:ext>
            </a:extLst>
          </p:cNvPr>
          <p:cNvSpPr txBox="1"/>
          <p:nvPr/>
        </p:nvSpPr>
        <p:spPr>
          <a:xfrm>
            <a:off x="838200" y="15200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rgbClr val="0070C0"/>
                </a:solidFill>
                <a:latin typeface="K2D" panose="00000500000000000000" pitchFamily="2" charset="-34"/>
              </a:rPr>
              <a:t>Ta </a:t>
            </a:r>
            <a:r>
              <a:rPr lang="en-US" sz="3600" b="1" dirty="0" err="1">
                <a:solidFill>
                  <a:srgbClr val="0070C0"/>
                </a:solidFill>
                <a:latin typeface="K2D" panose="00000500000000000000" pitchFamily="2" charset="-34"/>
              </a:rPr>
              <a:t>xét</a:t>
            </a:r>
            <a:r>
              <a:rPr lang="en-US" sz="3600" b="1" dirty="0">
                <a:solidFill>
                  <a:srgbClr val="0070C0"/>
                </a:solidFill>
                <a:latin typeface="K2D" panose="00000500000000000000" pitchFamily="2" charset="-34"/>
              </a:rPr>
              <a:t> L1 </a:t>
            </a:r>
            <a:r>
              <a:rPr lang="en-US" sz="3600" b="1" dirty="0" err="1">
                <a:solidFill>
                  <a:srgbClr val="0070C0"/>
                </a:solidFill>
                <a:latin typeface="K2D" panose="00000500000000000000" pitchFamily="2" charset="-34"/>
              </a:rPr>
              <a:t>tại</a:t>
            </a:r>
            <a:r>
              <a:rPr lang="en-US" sz="3600" b="1" dirty="0">
                <a:solidFill>
                  <a:srgbClr val="0070C0"/>
                </a:solidFill>
                <a:latin typeface="K2D" panose="00000500000000000000" pitchFamily="2" charset="-34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K2D" panose="00000500000000000000" pitchFamily="2" charset="-34"/>
              </a:rPr>
              <a:t>sao</a:t>
            </a:r>
            <a:r>
              <a:rPr lang="en-US" sz="3600" b="1" dirty="0">
                <a:solidFill>
                  <a:srgbClr val="0070C0"/>
                </a:solidFill>
                <a:latin typeface="K2D" panose="00000500000000000000" pitchFamily="2" charset="-34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K2D" panose="00000500000000000000" pitchFamily="2" charset="-34"/>
              </a:rPr>
              <a:t>có</a:t>
            </a:r>
            <a:r>
              <a:rPr lang="en-US" sz="3600" b="1" dirty="0">
                <a:solidFill>
                  <a:srgbClr val="0070C0"/>
                </a:solidFill>
                <a:latin typeface="K2D" panose="00000500000000000000" pitchFamily="2" charset="-34"/>
              </a:rPr>
              <a:t> score </a:t>
            </a:r>
            <a:r>
              <a:rPr lang="en-US" sz="3600" b="1" dirty="0" err="1">
                <a:solidFill>
                  <a:srgbClr val="0070C0"/>
                </a:solidFill>
                <a:latin typeface="K2D" panose="00000500000000000000" pitchFamily="2" charset="-34"/>
              </a:rPr>
              <a:t>là</a:t>
            </a:r>
            <a:r>
              <a:rPr lang="en-US" sz="3600" b="1" dirty="0">
                <a:solidFill>
                  <a:srgbClr val="0070C0"/>
                </a:solidFill>
                <a:latin typeface="K2D" panose="00000500000000000000" pitchFamily="2" charset="-34"/>
              </a:rPr>
              <a:t> 23</a:t>
            </a:r>
          </a:p>
        </p:txBody>
      </p:sp>
      <p:pic>
        <p:nvPicPr>
          <p:cNvPr id="3" name="Picture 5" descr="A diagram of a diagram of a person&#10;&#10;AI-generated content may be incorrect.">
            <a:extLst>
              <a:ext uri="{FF2B5EF4-FFF2-40B4-BE49-F238E27FC236}">
                <a16:creationId xmlns:a16="http://schemas.microsoft.com/office/drawing/2014/main" id="{413795C5-919F-2282-63B2-B6A593406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3425" y="1825625"/>
            <a:ext cx="10485150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0BE351C6-77A7-F9A3-AF80-294E6C541B7C}"/>
              </a:ext>
            </a:extLst>
          </p:cNvPr>
          <p:cNvSpPr/>
          <p:nvPr/>
        </p:nvSpPr>
        <p:spPr>
          <a:xfrm>
            <a:off x="1712686" y="4717143"/>
            <a:ext cx="1291771" cy="119017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43282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0C286-343A-BF34-885E-F61F0CAF4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A screenshot of a game&#10;&#10;AI-generated content may be incorrect.">
            <a:extLst>
              <a:ext uri="{FF2B5EF4-FFF2-40B4-BE49-F238E27FC236}">
                <a16:creationId xmlns:a16="http://schemas.microsoft.com/office/drawing/2014/main" id="{098B5439-2D3F-AA0D-2B9F-493858983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307" y="428381"/>
            <a:ext cx="2733221" cy="2495227"/>
          </a:xfrm>
          <a:prstGeom prst="rect">
            <a:avLst/>
          </a:prstGeom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51E7949B-5991-2205-9372-5E2026190212}"/>
              </a:ext>
            </a:extLst>
          </p:cNvPr>
          <p:cNvSpPr txBox="1"/>
          <p:nvPr/>
        </p:nvSpPr>
        <p:spPr>
          <a:xfrm>
            <a:off x="5204888" y="2790819"/>
            <a:ext cx="158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Dọc</a:t>
            </a:r>
            <a:r>
              <a:rPr lang="en-US" dirty="0"/>
              <a:t> 2 </a:t>
            </a:r>
            <a:r>
              <a:rPr lang="en-US" dirty="0" err="1"/>
              <a:t>quân</a:t>
            </a:r>
            <a:r>
              <a:rPr lang="en-US" dirty="0"/>
              <a:t> +2</a:t>
            </a:r>
            <a:endParaRPr lang="vi-VN" dirty="0"/>
          </a:p>
        </p:txBody>
      </p:sp>
      <p:pic>
        <p:nvPicPr>
          <p:cNvPr id="9" name="Picture 1" descr="A screenshot of a game&#10;&#10;AI-generated content may be incorrect.">
            <a:extLst>
              <a:ext uri="{FF2B5EF4-FFF2-40B4-BE49-F238E27FC236}">
                <a16:creationId xmlns:a16="http://schemas.microsoft.com/office/drawing/2014/main" id="{BA32E074-29A7-F5A7-44B9-4EEA4F0EB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4671" y="428381"/>
            <a:ext cx="2615700" cy="2387055"/>
          </a:xfrm>
          <a:prstGeom prst="rect">
            <a:avLst/>
          </a:prstGeom>
        </p:spPr>
      </p:pic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DAECC579-C28D-CC95-E796-A324E5131C15}"/>
              </a:ext>
            </a:extLst>
          </p:cNvPr>
          <p:cNvSpPr txBox="1"/>
          <p:nvPr/>
        </p:nvSpPr>
        <p:spPr>
          <a:xfrm>
            <a:off x="9407272" y="2791154"/>
            <a:ext cx="1997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Ngang 2 </a:t>
            </a:r>
            <a:r>
              <a:rPr lang="en-US" dirty="0" err="1"/>
              <a:t>quân</a:t>
            </a:r>
            <a:r>
              <a:rPr lang="en-US" dirty="0"/>
              <a:t> +2</a:t>
            </a:r>
            <a:endParaRPr lang="vi-VN" dirty="0"/>
          </a:p>
        </p:txBody>
      </p:sp>
      <p:pic>
        <p:nvPicPr>
          <p:cNvPr id="11" name="Picture 1" descr="A screenshot of a game&#10;&#10;AI-generated content may be incorrect.">
            <a:extLst>
              <a:ext uri="{FF2B5EF4-FFF2-40B4-BE49-F238E27FC236}">
                <a16:creationId xmlns:a16="http://schemas.microsoft.com/office/drawing/2014/main" id="{EC2C6051-CA57-AE50-C811-0C4678A4DB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31" y="3474720"/>
            <a:ext cx="2577283" cy="2341335"/>
          </a:xfrm>
          <a:prstGeom prst="rect">
            <a:avLst/>
          </a:prstGeom>
        </p:spPr>
      </p:pic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9B37E894-93F8-EC56-E6A8-0FCD2D968D56}"/>
              </a:ext>
            </a:extLst>
          </p:cNvPr>
          <p:cNvSpPr txBox="1"/>
          <p:nvPr/>
        </p:nvSpPr>
        <p:spPr>
          <a:xfrm>
            <a:off x="672645" y="5816055"/>
            <a:ext cx="224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Chéo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2 </a:t>
            </a:r>
            <a:r>
              <a:rPr lang="en-US" dirty="0" err="1"/>
              <a:t>quân</a:t>
            </a:r>
            <a:r>
              <a:rPr lang="en-US" dirty="0"/>
              <a:t> +2</a:t>
            </a:r>
            <a:endParaRPr lang="vi-VN" dirty="0"/>
          </a:p>
        </p:txBody>
      </p:sp>
      <p:pic>
        <p:nvPicPr>
          <p:cNvPr id="13" name="Picture 1" descr="A screenshot of a game&#10;&#10;AI-generated content may be incorrect.">
            <a:extLst>
              <a:ext uri="{FF2B5EF4-FFF2-40B4-BE49-F238E27FC236}">
                <a16:creationId xmlns:a16="http://schemas.microsoft.com/office/drawing/2014/main" id="{5B09CE97-7912-1E9D-029E-0294B9D58D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307" y="3389210"/>
            <a:ext cx="2774543" cy="2495227"/>
          </a:xfrm>
          <a:prstGeom prst="rect">
            <a:avLst/>
          </a:prstGeom>
        </p:spPr>
      </p:pic>
      <p:pic>
        <p:nvPicPr>
          <p:cNvPr id="14" name="Picture 1" descr="A screenshot of a game&#10;&#10;AI-generated content may be incorrect.">
            <a:extLst>
              <a:ext uri="{FF2B5EF4-FFF2-40B4-BE49-F238E27FC236}">
                <a16:creationId xmlns:a16="http://schemas.microsoft.com/office/drawing/2014/main" id="{561D5A46-3295-7ED1-82D0-39E4F79158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7886" y="3429000"/>
            <a:ext cx="2662485" cy="2387055"/>
          </a:xfrm>
          <a:prstGeom prst="rect">
            <a:avLst/>
          </a:prstGeom>
        </p:spPr>
      </p:pic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4C35F591-A4D6-1702-428B-6A420AB1E414}"/>
              </a:ext>
            </a:extLst>
          </p:cNvPr>
          <p:cNvSpPr txBox="1"/>
          <p:nvPr/>
        </p:nvSpPr>
        <p:spPr>
          <a:xfrm>
            <a:off x="9234271" y="5816178"/>
            <a:ext cx="224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Chéo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2 </a:t>
            </a:r>
            <a:r>
              <a:rPr lang="en-US" dirty="0" err="1"/>
              <a:t>quân</a:t>
            </a:r>
            <a:r>
              <a:rPr lang="en-US" dirty="0"/>
              <a:t> +2</a:t>
            </a:r>
            <a:endParaRPr lang="vi-VN" dirty="0"/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55868DA2-9458-23AD-6466-79B7048E8A3E}"/>
              </a:ext>
            </a:extLst>
          </p:cNvPr>
          <p:cNvSpPr txBox="1"/>
          <p:nvPr/>
        </p:nvSpPr>
        <p:spPr>
          <a:xfrm>
            <a:off x="4856546" y="5816178"/>
            <a:ext cx="224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Chéo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2 </a:t>
            </a:r>
            <a:r>
              <a:rPr lang="en-US" dirty="0" err="1"/>
              <a:t>quân</a:t>
            </a:r>
            <a:r>
              <a:rPr lang="en-US" dirty="0"/>
              <a:t> +2</a:t>
            </a:r>
            <a:endParaRPr lang="vi-VN" dirty="0"/>
          </a:p>
        </p:txBody>
      </p:sp>
      <p:pic>
        <p:nvPicPr>
          <p:cNvPr id="20" name="Hình ảnh 19">
            <a:extLst>
              <a:ext uri="{FF2B5EF4-FFF2-40B4-BE49-F238E27FC236}">
                <a16:creationId xmlns:a16="http://schemas.microsoft.com/office/drawing/2014/main" id="{67A76069-91D0-70C9-86E8-A6EA4F1DC0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831" y="536554"/>
            <a:ext cx="2594105" cy="2254266"/>
          </a:xfrm>
          <a:prstGeom prst="rect">
            <a:avLst/>
          </a:prstGeom>
        </p:spPr>
      </p:pic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CB9BAAD0-3192-83CC-5B2D-489110C7C888}"/>
              </a:ext>
            </a:extLst>
          </p:cNvPr>
          <p:cNvSpPr txBox="1"/>
          <p:nvPr/>
        </p:nvSpPr>
        <p:spPr>
          <a:xfrm>
            <a:off x="973121" y="2763438"/>
            <a:ext cx="1821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</a:t>
            </a:r>
            <a:r>
              <a:rPr lang="en-US" dirty="0" err="1"/>
              <a:t>quân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 3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6168863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076A3-891B-DC94-D005-939D282F5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8C58EA3E-8F30-1691-A6B4-4A6D0309B91A}"/>
              </a:ext>
            </a:extLst>
          </p:cNvPr>
          <p:cNvSpPr txBox="1"/>
          <p:nvPr/>
        </p:nvSpPr>
        <p:spPr>
          <a:xfrm>
            <a:off x="1834528" y="3589626"/>
            <a:ext cx="254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Chéo</a:t>
            </a:r>
            <a:r>
              <a:rPr lang="en-US" dirty="0"/>
              <a:t> </a:t>
            </a:r>
            <a:r>
              <a:rPr lang="en-US" dirty="0" err="1"/>
              <a:t>nghịch</a:t>
            </a:r>
            <a:r>
              <a:rPr lang="en-US" dirty="0"/>
              <a:t> 2 </a:t>
            </a:r>
            <a:r>
              <a:rPr lang="en-US" dirty="0" err="1"/>
              <a:t>quân</a:t>
            </a:r>
            <a:r>
              <a:rPr lang="en-US" dirty="0"/>
              <a:t> +2</a:t>
            </a:r>
            <a:endParaRPr lang="vi-VN" dirty="0"/>
          </a:p>
        </p:txBody>
      </p:sp>
      <p:pic>
        <p:nvPicPr>
          <p:cNvPr id="2" name="Picture 1" descr="A screenshot of a game&#10;&#10;AI-generated content may be incorrect.">
            <a:extLst>
              <a:ext uri="{FF2B5EF4-FFF2-40B4-BE49-F238E27FC236}">
                <a16:creationId xmlns:a16="http://schemas.microsoft.com/office/drawing/2014/main" id="{822C1676-8435-761E-3A0F-5546E82FA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254" y="1084551"/>
            <a:ext cx="2771775" cy="2505075"/>
          </a:xfrm>
          <a:prstGeom prst="rect">
            <a:avLst/>
          </a:prstGeom>
        </p:spPr>
      </p:pic>
      <p:pic>
        <p:nvPicPr>
          <p:cNvPr id="4" name="Picture 1" descr="A screenshot of a game&#10;&#10;AI-generated content may be incorrect.">
            <a:extLst>
              <a:ext uri="{FF2B5EF4-FFF2-40B4-BE49-F238E27FC236}">
                <a16:creationId xmlns:a16="http://schemas.microsoft.com/office/drawing/2014/main" id="{2992E70D-ECB7-1156-0065-6B64A402C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989" y="1160751"/>
            <a:ext cx="2724150" cy="2428875"/>
          </a:xfrm>
          <a:prstGeom prst="rect">
            <a:avLst/>
          </a:prstGeom>
        </p:spPr>
      </p:pic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FD55C016-3A69-DE6F-04A6-2D4EC577734A}"/>
              </a:ext>
            </a:extLst>
          </p:cNvPr>
          <p:cNvSpPr txBox="1"/>
          <p:nvPr/>
        </p:nvSpPr>
        <p:spPr>
          <a:xfrm>
            <a:off x="7786336" y="3589626"/>
            <a:ext cx="2541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Chéo</a:t>
            </a:r>
            <a:r>
              <a:rPr lang="en-US" dirty="0"/>
              <a:t> </a:t>
            </a:r>
            <a:r>
              <a:rPr lang="en-US" dirty="0" err="1"/>
              <a:t>nghịch</a:t>
            </a:r>
            <a:r>
              <a:rPr lang="en-US" dirty="0"/>
              <a:t> 2 </a:t>
            </a:r>
            <a:r>
              <a:rPr lang="en-US" dirty="0" err="1"/>
              <a:t>quân</a:t>
            </a:r>
            <a:r>
              <a:rPr lang="en-US" dirty="0"/>
              <a:t> +2</a:t>
            </a:r>
            <a:endParaRPr lang="vi-VN" dirty="0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CE10BB51-429C-6877-0405-53C4D0C6BF9A}"/>
              </a:ext>
            </a:extLst>
          </p:cNvPr>
          <p:cNvSpPr txBox="1"/>
          <p:nvPr/>
        </p:nvSpPr>
        <p:spPr>
          <a:xfrm>
            <a:off x="3262745" y="4849091"/>
            <a:ext cx="5666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score: 9 + 2 + 2 + 6 + 4 = 23</a:t>
            </a:r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6070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6A468-A7E7-098C-D6E8-6E26023D9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855F8153-08E6-7BFD-9E7F-CE5DD2D7A011}"/>
              </a:ext>
            </a:extLst>
          </p:cNvPr>
          <p:cNvSpPr txBox="1"/>
          <p:nvPr/>
        </p:nvSpPr>
        <p:spPr>
          <a:xfrm>
            <a:off x="838200" y="15200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rgbClr val="0070C0"/>
                </a:solidFill>
                <a:latin typeface="K2D" panose="00000500000000000000" pitchFamily="2" charset="-34"/>
              </a:rPr>
              <a:t>Ta </a:t>
            </a:r>
            <a:r>
              <a:rPr lang="en-US" sz="3600" b="1" dirty="0" err="1">
                <a:solidFill>
                  <a:srgbClr val="0070C0"/>
                </a:solidFill>
                <a:latin typeface="K2D" panose="00000500000000000000" pitchFamily="2" charset="-34"/>
              </a:rPr>
              <a:t>xét</a:t>
            </a:r>
            <a:r>
              <a:rPr lang="en-US" sz="3600" b="1" dirty="0">
                <a:solidFill>
                  <a:srgbClr val="0070C0"/>
                </a:solidFill>
                <a:latin typeface="K2D" panose="00000500000000000000" pitchFamily="2" charset="-34"/>
              </a:rPr>
              <a:t> L3 </a:t>
            </a:r>
            <a:r>
              <a:rPr lang="en-US" sz="3600" b="1" dirty="0" err="1">
                <a:solidFill>
                  <a:srgbClr val="0070C0"/>
                </a:solidFill>
                <a:latin typeface="K2D" panose="00000500000000000000" pitchFamily="2" charset="-34"/>
              </a:rPr>
              <a:t>tại</a:t>
            </a:r>
            <a:r>
              <a:rPr lang="en-US" sz="3600" b="1" dirty="0">
                <a:solidFill>
                  <a:srgbClr val="0070C0"/>
                </a:solidFill>
                <a:latin typeface="K2D" panose="00000500000000000000" pitchFamily="2" charset="-34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K2D" panose="00000500000000000000" pitchFamily="2" charset="-34"/>
              </a:rPr>
              <a:t>sao</a:t>
            </a:r>
            <a:r>
              <a:rPr lang="en-US" sz="3600" b="1" dirty="0">
                <a:solidFill>
                  <a:srgbClr val="0070C0"/>
                </a:solidFill>
                <a:latin typeface="K2D" panose="00000500000000000000" pitchFamily="2" charset="-34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K2D" panose="00000500000000000000" pitchFamily="2" charset="-34"/>
              </a:rPr>
              <a:t>có</a:t>
            </a:r>
            <a:r>
              <a:rPr lang="en-US" sz="3600" b="1" dirty="0">
                <a:solidFill>
                  <a:srgbClr val="0070C0"/>
                </a:solidFill>
                <a:latin typeface="K2D" panose="00000500000000000000" pitchFamily="2" charset="-34"/>
              </a:rPr>
              <a:t> score </a:t>
            </a:r>
            <a:r>
              <a:rPr lang="en-US" sz="3600" b="1" dirty="0" err="1">
                <a:solidFill>
                  <a:srgbClr val="0070C0"/>
                </a:solidFill>
                <a:latin typeface="K2D" panose="00000500000000000000" pitchFamily="2" charset="-34"/>
              </a:rPr>
              <a:t>là</a:t>
            </a:r>
            <a:r>
              <a:rPr lang="en-US" sz="3600" b="1" dirty="0">
                <a:solidFill>
                  <a:srgbClr val="0070C0"/>
                </a:solidFill>
                <a:latin typeface="K2D" panose="00000500000000000000" pitchFamily="2" charset="-34"/>
              </a:rPr>
              <a:t> -57</a:t>
            </a:r>
          </a:p>
        </p:txBody>
      </p:sp>
      <p:pic>
        <p:nvPicPr>
          <p:cNvPr id="3" name="Picture 5" descr="A diagram of a diagram of a person&#10;&#10;AI-generated content may be incorrect.">
            <a:extLst>
              <a:ext uri="{FF2B5EF4-FFF2-40B4-BE49-F238E27FC236}">
                <a16:creationId xmlns:a16="http://schemas.microsoft.com/office/drawing/2014/main" id="{6EA05D0C-4E6C-9337-FA80-7A9B0FC883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3425" y="1825625"/>
            <a:ext cx="10485150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32F788BC-A9B2-FA3A-4673-453A492EC4C7}"/>
              </a:ext>
            </a:extLst>
          </p:cNvPr>
          <p:cNvSpPr/>
          <p:nvPr/>
        </p:nvSpPr>
        <p:spPr>
          <a:xfrm>
            <a:off x="4804229" y="4744852"/>
            <a:ext cx="1291771" cy="119017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8473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54A3F-F170-AE31-C15E-0757CE8FC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4D261849-37BC-9692-F204-49077A0757D2}"/>
              </a:ext>
            </a:extLst>
          </p:cNvPr>
          <p:cNvSpPr txBox="1"/>
          <p:nvPr/>
        </p:nvSpPr>
        <p:spPr>
          <a:xfrm>
            <a:off x="5204888" y="2790819"/>
            <a:ext cx="158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Dọc</a:t>
            </a:r>
            <a:r>
              <a:rPr lang="en-US" dirty="0"/>
              <a:t> 2 </a:t>
            </a:r>
            <a:r>
              <a:rPr lang="en-US" dirty="0" err="1"/>
              <a:t>quân</a:t>
            </a:r>
            <a:r>
              <a:rPr lang="en-US" dirty="0"/>
              <a:t> +2</a:t>
            </a:r>
            <a:endParaRPr lang="vi-VN" dirty="0"/>
          </a:p>
        </p:txBody>
      </p:sp>
      <p:sp>
        <p:nvSpPr>
          <p:cNvPr id="10" name="Hộp Văn bản 9">
            <a:extLst>
              <a:ext uri="{FF2B5EF4-FFF2-40B4-BE49-F238E27FC236}">
                <a16:creationId xmlns:a16="http://schemas.microsoft.com/office/drawing/2014/main" id="{C690A194-ECCB-18D8-F37B-6C247A1A0C6C}"/>
              </a:ext>
            </a:extLst>
          </p:cNvPr>
          <p:cNvSpPr txBox="1"/>
          <p:nvPr/>
        </p:nvSpPr>
        <p:spPr>
          <a:xfrm>
            <a:off x="9407272" y="2791154"/>
            <a:ext cx="1997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Ngang 2 </a:t>
            </a:r>
            <a:r>
              <a:rPr lang="en-US" dirty="0" err="1"/>
              <a:t>quân</a:t>
            </a:r>
            <a:r>
              <a:rPr lang="en-US" dirty="0"/>
              <a:t> +2</a:t>
            </a:r>
            <a:endParaRPr lang="vi-VN" dirty="0"/>
          </a:p>
        </p:txBody>
      </p:sp>
      <p:sp>
        <p:nvSpPr>
          <p:cNvPr id="12" name="Hộp Văn bản 11">
            <a:extLst>
              <a:ext uri="{FF2B5EF4-FFF2-40B4-BE49-F238E27FC236}">
                <a16:creationId xmlns:a16="http://schemas.microsoft.com/office/drawing/2014/main" id="{FDFC12BE-8903-23F4-38B3-18A57B6F964D}"/>
              </a:ext>
            </a:extLst>
          </p:cNvPr>
          <p:cNvSpPr txBox="1"/>
          <p:nvPr/>
        </p:nvSpPr>
        <p:spPr>
          <a:xfrm>
            <a:off x="672645" y="5816055"/>
            <a:ext cx="224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Chéo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2 </a:t>
            </a:r>
            <a:r>
              <a:rPr lang="en-US" dirty="0" err="1"/>
              <a:t>quân</a:t>
            </a:r>
            <a:r>
              <a:rPr lang="en-US" dirty="0"/>
              <a:t> +2</a:t>
            </a:r>
            <a:endParaRPr lang="vi-VN" dirty="0"/>
          </a:p>
        </p:txBody>
      </p:sp>
      <p:sp>
        <p:nvSpPr>
          <p:cNvPr id="16" name="Hộp Văn bản 15">
            <a:extLst>
              <a:ext uri="{FF2B5EF4-FFF2-40B4-BE49-F238E27FC236}">
                <a16:creationId xmlns:a16="http://schemas.microsoft.com/office/drawing/2014/main" id="{15668999-BC54-687F-F1F1-BB54B9160A23}"/>
              </a:ext>
            </a:extLst>
          </p:cNvPr>
          <p:cNvSpPr txBox="1"/>
          <p:nvPr/>
        </p:nvSpPr>
        <p:spPr>
          <a:xfrm>
            <a:off x="9234271" y="5816178"/>
            <a:ext cx="224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Chéo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2 </a:t>
            </a:r>
            <a:r>
              <a:rPr lang="en-US" dirty="0" err="1"/>
              <a:t>quân</a:t>
            </a:r>
            <a:r>
              <a:rPr lang="en-US" dirty="0"/>
              <a:t> +2</a:t>
            </a:r>
            <a:endParaRPr lang="vi-VN" dirty="0"/>
          </a:p>
        </p:txBody>
      </p:sp>
      <p:sp>
        <p:nvSpPr>
          <p:cNvPr id="17" name="Hộp Văn bản 16">
            <a:extLst>
              <a:ext uri="{FF2B5EF4-FFF2-40B4-BE49-F238E27FC236}">
                <a16:creationId xmlns:a16="http://schemas.microsoft.com/office/drawing/2014/main" id="{00100BAE-3C5A-7EC7-CA44-6A08556D0E97}"/>
              </a:ext>
            </a:extLst>
          </p:cNvPr>
          <p:cNvSpPr txBox="1"/>
          <p:nvPr/>
        </p:nvSpPr>
        <p:spPr>
          <a:xfrm>
            <a:off x="4856546" y="5816178"/>
            <a:ext cx="224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Chéo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2 </a:t>
            </a:r>
            <a:r>
              <a:rPr lang="en-US" dirty="0" err="1"/>
              <a:t>quân</a:t>
            </a:r>
            <a:r>
              <a:rPr lang="en-US" dirty="0"/>
              <a:t> +2</a:t>
            </a:r>
            <a:endParaRPr lang="vi-VN" dirty="0"/>
          </a:p>
        </p:txBody>
      </p:sp>
      <p:sp>
        <p:nvSpPr>
          <p:cNvPr id="21" name="Hộp Văn bản 20">
            <a:extLst>
              <a:ext uri="{FF2B5EF4-FFF2-40B4-BE49-F238E27FC236}">
                <a16:creationId xmlns:a16="http://schemas.microsoft.com/office/drawing/2014/main" id="{FDF5BF84-26EA-E121-8414-ADCBF72972A0}"/>
              </a:ext>
            </a:extLst>
          </p:cNvPr>
          <p:cNvSpPr txBox="1"/>
          <p:nvPr/>
        </p:nvSpPr>
        <p:spPr>
          <a:xfrm>
            <a:off x="973121" y="2763438"/>
            <a:ext cx="1821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</a:t>
            </a:r>
            <a:r>
              <a:rPr lang="en-US" dirty="0" err="1"/>
              <a:t>quân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>
                <a:sym typeface="Symbol" panose="05050102010706020507" pitchFamily="18" charset="2"/>
              </a:rPr>
              <a:t> 3</a:t>
            </a:r>
            <a:endParaRPr lang="vi-VN" dirty="0"/>
          </a:p>
        </p:txBody>
      </p:sp>
      <p:pic>
        <p:nvPicPr>
          <p:cNvPr id="6" name="Hình ảnh 5">
            <a:extLst>
              <a:ext uri="{FF2B5EF4-FFF2-40B4-BE49-F238E27FC236}">
                <a16:creationId xmlns:a16="http://schemas.microsoft.com/office/drawing/2014/main" id="{C302455C-F6CB-A607-468C-9D8F5AFBC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92" y="474102"/>
            <a:ext cx="2688522" cy="2341335"/>
          </a:xfrm>
          <a:prstGeom prst="rect">
            <a:avLst/>
          </a:prstGeom>
        </p:spPr>
      </p:pic>
      <p:pic>
        <p:nvPicPr>
          <p:cNvPr id="8" name="Picture 1" descr="A screenshot of a game&#10;&#10;AI-generated content may be incorrect.">
            <a:extLst>
              <a:ext uri="{FF2B5EF4-FFF2-40B4-BE49-F238E27FC236}">
                <a16:creationId xmlns:a16="http://schemas.microsoft.com/office/drawing/2014/main" id="{2EB76551-FFA6-E053-E60E-91E63BCF5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307" y="440140"/>
            <a:ext cx="2688522" cy="2375296"/>
          </a:xfrm>
          <a:prstGeom prst="rect">
            <a:avLst/>
          </a:prstGeom>
        </p:spPr>
      </p:pic>
      <p:pic>
        <p:nvPicPr>
          <p:cNvPr id="15" name="Picture 1" descr="A screenshot of a game&#10;&#10;AI-generated content may be incorrect.">
            <a:extLst>
              <a:ext uri="{FF2B5EF4-FFF2-40B4-BE49-F238E27FC236}">
                <a16:creationId xmlns:a16="http://schemas.microsoft.com/office/drawing/2014/main" id="{97857EB8-F8C0-EA2D-F5A6-77E50D1C8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7886" y="426540"/>
            <a:ext cx="2656561" cy="2387055"/>
          </a:xfrm>
          <a:prstGeom prst="rect">
            <a:avLst/>
          </a:prstGeom>
        </p:spPr>
      </p:pic>
      <p:pic>
        <p:nvPicPr>
          <p:cNvPr id="18" name="Picture 1" descr="A screenshot of a game&#10;&#10;AI-generated content may be incorrect.">
            <a:extLst>
              <a:ext uri="{FF2B5EF4-FFF2-40B4-BE49-F238E27FC236}">
                <a16:creationId xmlns:a16="http://schemas.microsoft.com/office/drawing/2014/main" id="{825C3611-3D45-2083-39A2-EE9244F4FA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11" y="3389210"/>
            <a:ext cx="2734162" cy="2455437"/>
          </a:xfrm>
          <a:prstGeom prst="rect">
            <a:avLst/>
          </a:prstGeom>
        </p:spPr>
      </p:pic>
      <p:pic>
        <p:nvPicPr>
          <p:cNvPr id="19" name="Picture 1" descr="A screenshot of a game&#10;&#10;AI-generated content may be incorrect.">
            <a:extLst>
              <a:ext uri="{FF2B5EF4-FFF2-40B4-BE49-F238E27FC236}">
                <a16:creationId xmlns:a16="http://schemas.microsoft.com/office/drawing/2014/main" id="{53444031-85BB-0B51-D4F7-83BF9C7049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9306" y="3387119"/>
            <a:ext cx="2719869" cy="2455437"/>
          </a:xfrm>
          <a:prstGeom prst="rect">
            <a:avLst/>
          </a:prstGeom>
        </p:spPr>
      </p:pic>
      <p:pic>
        <p:nvPicPr>
          <p:cNvPr id="22" name="Picture 1" descr="A screenshot of a game&#10;&#10;AI-generated content may be incorrect.">
            <a:extLst>
              <a:ext uri="{FF2B5EF4-FFF2-40B4-BE49-F238E27FC236}">
                <a16:creationId xmlns:a16="http://schemas.microsoft.com/office/drawing/2014/main" id="{7D973560-13AD-C552-CB64-93DE86FE37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7886" y="3438585"/>
            <a:ext cx="2674653" cy="237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6099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31CAF-8048-CB50-3BB3-BE04B038D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9AC749B6-F39F-3437-2022-A5E9882DB62E}"/>
              </a:ext>
            </a:extLst>
          </p:cNvPr>
          <p:cNvSpPr txBox="1"/>
          <p:nvPr/>
        </p:nvSpPr>
        <p:spPr>
          <a:xfrm>
            <a:off x="2687316" y="4668982"/>
            <a:ext cx="6754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score: 9 + 2 + 2 + 6 + 4 - 80 = -57</a:t>
            </a:r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Nhóm 8">
            <a:extLst>
              <a:ext uri="{FF2B5EF4-FFF2-40B4-BE49-F238E27FC236}">
                <a16:creationId xmlns:a16="http://schemas.microsoft.com/office/drawing/2014/main" id="{DFFDE790-A5B6-8AD9-885A-6DCC9CABDF08}"/>
              </a:ext>
            </a:extLst>
          </p:cNvPr>
          <p:cNvGrpSpPr/>
          <p:nvPr/>
        </p:nvGrpSpPr>
        <p:grpSpPr>
          <a:xfrm>
            <a:off x="1137649" y="1053811"/>
            <a:ext cx="9916702" cy="3159039"/>
            <a:chOff x="1169285" y="1123084"/>
            <a:chExt cx="9916702" cy="3159039"/>
          </a:xfrm>
        </p:grpSpPr>
        <p:sp>
          <p:nvSpPr>
            <p:cNvPr id="7" name="Hộp Văn bản 6">
              <a:extLst>
                <a:ext uri="{FF2B5EF4-FFF2-40B4-BE49-F238E27FC236}">
                  <a16:creationId xmlns:a16="http://schemas.microsoft.com/office/drawing/2014/main" id="{73EDA01F-71C8-9B68-A7C0-D98AA088494D}"/>
                </a:ext>
              </a:extLst>
            </p:cNvPr>
            <p:cNvSpPr txBox="1"/>
            <p:nvPr/>
          </p:nvSpPr>
          <p:spPr>
            <a:xfrm>
              <a:off x="1351824" y="3589626"/>
              <a:ext cx="2541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Chéo</a:t>
              </a:r>
              <a:r>
                <a:rPr lang="en-US" dirty="0"/>
                <a:t> </a:t>
              </a:r>
              <a:r>
                <a:rPr lang="en-US" dirty="0" err="1"/>
                <a:t>nghịch</a:t>
              </a:r>
              <a:r>
                <a:rPr lang="en-US" dirty="0"/>
                <a:t> 2 </a:t>
              </a:r>
              <a:r>
                <a:rPr lang="en-US" dirty="0" err="1"/>
                <a:t>quân</a:t>
              </a:r>
              <a:r>
                <a:rPr lang="en-US" dirty="0"/>
                <a:t> +2</a:t>
              </a:r>
              <a:endParaRPr lang="vi-VN" dirty="0"/>
            </a:p>
          </p:txBody>
        </p:sp>
        <p:pic>
          <p:nvPicPr>
            <p:cNvPr id="2" name="Picture 1" descr="A screenshot of a game&#10;&#10;AI-generated content may be incorrect.">
              <a:extLst>
                <a:ext uri="{FF2B5EF4-FFF2-40B4-BE49-F238E27FC236}">
                  <a16:creationId xmlns:a16="http://schemas.microsoft.com/office/drawing/2014/main" id="{5D8E79DE-4B40-1CE4-E37A-256A085F9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53881" y="1123084"/>
              <a:ext cx="2771775" cy="2505075"/>
            </a:xfrm>
            <a:prstGeom prst="rect">
              <a:avLst/>
            </a:prstGeom>
          </p:spPr>
        </p:pic>
        <p:pic>
          <p:nvPicPr>
            <p:cNvPr id="4" name="Picture 1" descr="A screenshot of a game&#10;&#10;AI-generated content may be incorrect.">
              <a:extLst>
                <a:ext uri="{FF2B5EF4-FFF2-40B4-BE49-F238E27FC236}">
                  <a16:creationId xmlns:a16="http://schemas.microsoft.com/office/drawing/2014/main" id="{1A178E68-3913-2744-C924-11F8B45D0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9285" y="1160751"/>
              <a:ext cx="2724150" cy="2428875"/>
            </a:xfrm>
            <a:prstGeom prst="rect">
              <a:avLst/>
            </a:prstGeom>
          </p:spPr>
        </p:pic>
        <p:sp>
          <p:nvSpPr>
            <p:cNvPr id="5" name="Hộp Văn bản 4">
              <a:extLst>
                <a:ext uri="{FF2B5EF4-FFF2-40B4-BE49-F238E27FC236}">
                  <a16:creationId xmlns:a16="http://schemas.microsoft.com/office/drawing/2014/main" id="{2B35C3C3-9ADA-12CC-233F-FB1A61A7229A}"/>
                </a:ext>
              </a:extLst>
            </p:cNvPr>
            <p:cNvSpPr txBox="1"/>
            <p:nvPr/>
          </p:nvSpPr>
          <p:spPr>
            <a:xfrm>
              <a:off x="4825194" y="3628159"/>
              <a:ext cx="25416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Chéo</a:t>
              </a:r>
              <a:r>
                <a:rPr lang="en-US" dirty="0"/>
                <a:t> </a:t>
              </a:r>
              <a:r>
                <a:rPr lang="en-US" dirty="0" err="1"/>
                <a:t>nghịch</a:t>
              </a:r>
              <a:r>
                <a:rPr lang="en-US" dirty="0"/>
                <a:t> 2 </a:t>
              </a:r>
              <a:r>
                <a:rPr lang="en-US" dirty="0" err="1"/>
                <a:t>quân</a:t>
              </a:r>
              <a:r>
                <a:rPr lang="en-US" dirty="0"/>
                <a:t> +2</a:t>
              </a:r>
              <a:endParaRPr lang="vi-VN" dirty="0"/>
            </a:p>
          </p:txBody>
        </p:sp>
        <p:pic>
          <p:nvPicPr>
            <p:cNvPr id="3" name="Picture 1" descr="A screenshot of a game&#10;&#10;AI-generated content may be incorrect.">
              <a:extLst>
                <a:ext uri="{FF2B5EF4-FFF2-40B4-BE49-F238E27FC236}">
                  <a16:creationId xmlns:a16="http://schemas.microsoft.com/office/drawing/2014/main" id="{585F8340-9D66-88E6-B87D-8A3B83160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42333" y="1160751"/>
              <a:ext cx="2743654" cy="2505075"/>
            </a:xfrm>
            <a:prstGeom prst="rect">
              <a:avLst/>
            </a:prstGeom>
          </p:spPr>
        </p:pic>
        <p:sp>
          <p:nvSpPr>
            <p:cNvPr id="8" name="Hộp Văn bản 7">
              <a:extLst>
                <a:ext uri="{FF2B5EF4-FFF2-40B4-BE49-F238E27FC236}">
                  <a16:creationId xmlns:a16="http://schemas.microsoft.com/office/drawing/2014/main" id="{144A9E13-57BC-7556-FD20-95120E1526CA}"/>
                </a:ext>
              </a:extLst>
            </p:cNvPr>
            <p:cNvSpPr txBox="1"/>
            <p:nvPr/>
          </p:nvSpPr>
          <p:spPr>
            <a:xfrm>
              <a:off x="8443355" y="3635792"/>
              <a:ext cx="254160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err="1"/>
                <a:t>Đối</a:t>
              </a:r>
              <a:r>
                <a:rPr lang="en-US" dirty="0"/>
                <a:t> </a:t>
              </a:r>
              <a:r>
                <a:rPr lang="en-US" dirty="0" err="1"/>
                <a:t>thủ</a:t>
              </a:r>
              <a:r>
                <a:rPr lang="en-US" dirty="0"/>
                <a:t> 3 </a:t>
              </a:r>
              <a:r>
                <a:rPr lang="en-US" dirty="0" err="1"/>
                <a:t>quân</a:t>
              </a:r>
              <a:r>
                <a:rPr lang="en-US" dirty="0"/>
                <a:t> 1 ô </a:t>
              </a:r>
              <a:r>
                <a:rPr lang="en-US" dirty="0" err="1"/>
                <a:t>trống</a:t>
              </a:r>
              <a:r>
                <a:rPr lang="en-US" dirty="0"/>
                <a:t> </a:t>
              </a:r>
              <a:br>
                <a:rPr lang="en-US" dirty="0"/>
              </a:br>
              <a:r>
                <a:rPr lang="en-US" dirty="0"/>
                <a:t>-80</a:t>
              </a:r>
              <a:endParaRPr lang="vi-VN" dirty="0"/>
            </a:p>
          </p:txBody>
        </p:sp>
      </p:grpSp>
    </p:spTree>
    <p:extLst>
      <p:ext uri="{BB962C8B-B14F-4D97-AF65-F5344CB8AC3E}">
        <p14:creationId xmlns:p14="http://schemas.microsoft.com/office/powerpoint/2010/main" val="9097765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84A54-21BE-646C-9E8E-D9880FB5F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BE7F3499-05F8-A151-8835-C29809B37BB1}"/>
              </a:ext>
            </a:extLst>
          </p:cNvPr>
          <p:cNvSpPr txBox="1"/>
          <p:nvPr/>
        </p:nvSpPr>
        <p:spPr>
          <a:xfrm>
            <a:off x="838200" y="15200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Tiến </a:t>
            </a:r>
            <a:r>
              <a:rPr lang="en-US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cắt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tỉa</a:t>
            </a:r>
            <a:endParaRPr lang="en-US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Hình ảnh 11">
            <a:extLst>
              <a:ext uri="{FF2B5EF4-FFF2-40B4-BE49-F238E27FC236}">
                <a16:creationId xmlns:a16="http://schemas.microsoft.com/office/drawing/2014/main" id="{AE2892E5-6924-E3DC-0F1F-907898BA3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2032"/>
            <a:ext cx="12192000" cy="4653936"/>
          </a:xfrm>
          <a:prstGeom prst="rect">
            <a:avLst/>
          </a:prstGeom>
        </p:spPr>
      </p:pic>
      <p:sp>
        <p:nvSpPr>
          <p:cNvPr id="13" name="Hộp Văn bản 12">
            <a:extLst>
              <a:ext uri="{FF2B5EF4-FFF2-40B4-BE49-F238E27FC236}">
                <a16:creationId xmlns:a16="http://schemas.microsoft.com/office/drawing/2014/main" id="{00103C01-6CEB-C0E4-526B-EE65100DA2C9}"/>
              </a:ext>
            </a:extLst>
          </p:cNvPr>
          <p:cNvSpPr txBox="1"/>
          <p:nvPr/>
        </p:nvSpPr>
        <p:spPr>
          <a:xfrm>
            <a:off x="6705600" y="1477568"/>
            <a:ext cx="1330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Alpha = -</a:t>
            </a:r>
            <a:r>
              <a:rPr lang="en-US" sz="1600" dirty="0" err="1"/>
              <a:t>oo</a:t>
            </a:r>
            <a:endParaRPr lang="en-US" sz="1600" dirty="0"/>
          </a:p>
          <a:p>
            <a:r>
              <a:rPr lang="en-US" sz="1600" dirty="0"/>
              <a:t>Beta = </a:t>
            </a:r>
            <a:r>
              <a:rPr lang="en-US" sz="1600" dirty="0" err="1"/>
              <a:t>oo</a:t>
            </a:r>
            <a:endParaRPr lang="vi-VN" sz="1600" dirty="0"/>
          </a:p>
        </p:txBody>
      </p:sp>
      <p:grpSp>
        <p:nvGrpSpPr>
          <p:cNvPr id="51" name="Nhóm 50">
            <a:extLst>
              <a:ext uri="{FF2B5EF4-FFF2-40B4-BE49-F238E27FC236}">
                <a16:creationId xmlns:a16="http://schemas.microsoft.com/office/drawing/2014/main" id="{8DD720CE-1FD6-2FBF-890F-6FEC94CBC6D5}"/>
              </a:ext>
            </a:extLst>
          </p:cNvPr>
          <p:cNvGrpSpPr/>
          <p:nvPr/>
        </p:nvGrpSpPr>
        <p:grpSpPr>
          <a:xfrm>
            <a:off x="1662544" y="5755968"/>
            <a:ext cx="1953492" cy="429886"/>
            <a:chOff x="1662544" y="5755968"/>
            <a:chExt cx="1953492" cy="429886"/>
          </a:xfrm>
        </p:grpSpPr>
        <p:cxnSp>
          <p:nvCxnSpPr>
            <p:cNvPr id="15" name="Đường kết nối Mũi tên Thẳng 14">
              <a:extLst>
                <a:ext uri="{FF2B5EF4-FFF2-40B4-BE49-F238E27FC236}">
                  <a16:creationId xmlns:a16="http://schemas.microsoft.com/office/drawing/2014/main" id="{67A72A11-D222-0A51-5935-66699F9DB3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6036" y="5755968"/>
              <a:ext cx="0" cy="42988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Đường kết nối Mũi tên Thẳng 16">
              <a:extLst>
                <a:ext uri="{FF2B5EF4-FFF2-40B4-BE49-F238E27FC236}">
                  <a16:creationId xmlns:a16="http://schemas.microsoft.com/office/drawing/2014/main" id="{BDA3955A-A4DC-9144-33E6-52842046EF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62544" y="5755968"/>
              <a:ext cx="0" cy="42988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8" name="Đường kết nối Mũi tên Thẳng 17">
            <a:extLst>
              <a:ext uri="{FF2B5EF4-FFF2-40B4-BE49-F238E27FC236}">
                <a16:creationId xmlns:a16="http://schemas.microsoft.com/office/drawing/2014/main" id="{35DACBE9-A0DF-B291-DC76-2794A19D7258}"/>
              </a:ext>
            </a:extLst>
          </p:cNvPr>
          <p:cNvCxnSpPr>
            <a:cxnSpLocks/>
          </p:cNvCxnSpPr>
          <p:nvPr/>
        </p:nvCxnSpPr>
        <p:spPr>
          <a:xfrm flipH="1" flipV="1">
            <a:off x="3228109" y="4017818"/>
            <a:ext cx="526473" cy="36021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Đường kết nối Mũi tên Thẳng 21">
            <a:extLst>
              <a:ext uri="{FF2B5EF4-FFF2-40B4-BE49-F238E27FC236}">
                <a16:creationId xmlns:a16="http://schemas.microsoft.com/office/drawing/2014/main" id="{CC8A961B-441F-1983-70AA-D3A704C2784A}"/>
              </a:ext>
            </a:extLst>
          </p:cNvPr>
          <p:cNvCxnSpPr>
            <a:cxnSpLocks/>
          </p:cNvCxnSpPr>
          <p:nvPr/>
        </p:nvCxnSpPr>
        <p:spPr>
          <a:xfrm flipV="1">
            <a:off x="2507673" y="2062343"/>
            <a:ext cx="2937163" cy="6531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Hộp Văn bản 24">
            <a:extLst>
              <a:ext uri="{FF2B5EF4-FFF2-40B4-BE49-F238E27FC236}">
                <a16:creationId xmlns:a16="http://schemas.microsoft.com/office/drawing/2014/main" id="{50D68B14-4BB6-9107-9362-D8103159DDCC}"/>
              </a:ext>
            </a:extLst>
          </p:cNvPr>
          <p:cNvSpPr txBox="1"/>
          <p:nvPr/>
        </p:nvSpPr>
        <p:spPr>
          <a:xfrm>
            <a:off x="3255818" y="3031992"/>
            <a:ext cx="1523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Alpha = -</a:t>
            </a:r>
            <a:r>
              <a:rPr lang="en-US" sz="1600" dirty="0" err="1"/>
              <a:t>oo</a:t>
            </a:r>
            <a:endParaRPr lang="en-US" sz="1600" dirty="0"/>
          </a:p>
          <a:p>
            <a:r>
              <a:rPr lang="en-US" sz="1600" dirty="0"/>
              <a:t>Beta = </a:t>
            </a:r>
            <a:r>
              <a:rPr lang="en-US" sz="1600" dirty="0" err="1"/>
              <a:t>oo</a:t>
            </a:r>
            <a:r>
              <a:rPr lang="en-US" sz="1600" dirty="0"/>
              <a:t> -&gt; 16</a:t>
            </a:r>
            <a:endParaRPr lang="vi-VN" sz="1600" dirty="0"/>
          </a:p>
        </p:txBody>
      </p:sp>
      <p:sp>
        <p:nvSpPr>
          <p:cNvPr id="26" name="Hộp Văn bản 25">
            <a:extLst>
              <a:ext uri="{FF2B5EF4-FFF2-40B4-BE49-F238E27FC236}">
                <a16:creationId xmlns:a16="http://schemas.microsoft.com/office/drawing/2014/main" id="{2983E582-AB89-AA72-8AA7-108D5B676467}"/>
              </a:ext>
            </a:extLst>
          </p:cNvPr>
          <p:cNvSpPr txBox="1"/>
          <p:nvPr/>
        </p:nvSpPr>
        <p:spPr>
          <a:xfrm>
            <a:off x="6705600" y="3031992"/>
            <a:ext cx="1523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Alpha = 16</a:t>
            </a:r>
          </a:p>
          <a:p>
            <a:r>
              <a:rPr lang="en-US" sz="1600" dirty="0"/>
              <a:t>Beta = </a:t>
            </a:r>
            <a:r>
              <a:rPr lang="en-US" sz="1600" dirty="0" err="1"/>
              <a:t>oo</a:t>
            </a:r>
            <a:r>
              <a:rPr lang="en-US" sz="1600" dirty="0"/>
              <a:t> -&gt; -57</a:t>
            </a:r>
            <a:endParaRPr lang="vi-VN" sz="1600" dirty="0"/>
          </a:p>
        </p:txBody>
      </p:sp>
      <p:sp>
        <p:nvSpPr>
          <p:cNvPr id="27" name="Hộp Văn bản 26">
            <a:extLst>
              <a:ext uri="{FF2B5EF4-FFF2-40B4-BE49-F238E27FC236}">
                <a16:creationId xmlns:a16="http://schemas.microsoft.com/office/drawing/2014/main" id="{190F77A8-628A-2E79-7362-D0607DD2283D}"/>
              </a:ext>
            </a:extLst>
          </p:cNvPr>
          <p:cNvSpPr txBox="1"/>
          <p:nvPr/>
        </p:nvSpPr>
        <p:spPr>
          <a:xfrm>
            <a:off x="9829801" y="3031992"/>
            <a:ext cx="1523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Alpha = 16</a:t>
            </a:r>
          </a:p>
          <a:p>
            <a:r>
              <a:rPr lang="en-US" sz="1600" dirty="0"/>
              <a:t>Beta = </a:t>
            </a:r>
            <a:r>
              <a:rPr lang="en-US" sz="1600" dirty="0" err="1"/>
              <a:t>oo</a:t>
            </a:r>
            <a:r>
              <a:rPr lang="en-US" sz="1600" dirty="0"/>
              <a:t> -&gt; -64</a:t>
            </a:r>
            <a:endParaRPr lang="vi-VN" sz="1600" dirty="0"/>
          </a:p>
        </p:txBody>
      </p:sp>
      <p:grpSp>
        <p:nvGrpSpPr>
          <p:cNvPr id="28" name="Nhóm 27">
            <a:extLst>
              <a:ext uri="{FF2B5EF4-FFF2-40B4-BE49-F238E27FC236}">
                <a16:creationId xmlns:a16="http://schemas.microsoft.com/office/drawing/2014/main" id="{BBE56089-B8F8-2A3D-BC64-136E54758A9F}"/>
              </a:ext>
            </a:extLst>
          </p:cNvPr>
          <p:cNvGrpSpPr/>
          <p:nvPr/>
        </p:nvGrpSpPr>
        <p:grpSpPr>
          <a:xfrm rot="2324012">
            <a:off x="6040581" y="4032688"/>
            <a:ext cx="748146" cy="429886"/>
            <a:chOff x="6968836" y="152005"/>
            <a:chExt cx="748146" cy="429886"/>
          </a:xfrm>
        </p:grpSpPr>
        <p:cxnSp>
          <p:nvCxnSpPr>
            <p:cNvPr id="29" name="Đường nối Thẳng 28">
              <a:extLst>
                <a:ext uri="{FF2B5EF4-FFF2-40B4-BE49-F238E27FC236}">
                  <a16:creationId xmlns:a16="http://schemas.microsoft.com/office/drawing/2014/main" id="{C99AC249-DD10-70AF-79D5-01DC12C1D688}"/>
                </a:ext>
              </a:extLst>
            </p:cNvPr>
            <p:cNvCxnSpPr/>
            <p:nvPr/>
          </p:nvCxnSpPr>
          <p:spPr>
            <a:xfrm>
              <a:off x="7079673" y="152005"/>
              <a:ext cx="484909" cy="42988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Đường nối Thẳng 29">
              <a:extLst>
                <a:ext uri="{FF2B5EF4-FFF2-40B4-BE49-F238E27FC236}">
                  <a16:creationId xmlns:a16="http://schemas.microsoft.com/office/drawing/2014/main" id="{6FEF6D25-9254-2721-46E3-BD17A111B7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8836" y="152005"/>
              <a:ext cx="748146" cy="42988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1" name="Nhóm 30">
            <a:extLst>
              <a:ext uri="{FF2B5EF4-FFF2-40B4-BE49-F238E27FC236}">
                <a16:creationId xmlns:a16="http://schemas.microsoft.com/office/drawing/2014/main" id="{18F37E34-3374-B744-C66A-0BCB68F06D9C}"/>
              </a:ext>
            </a:extLst>
          </p:cNvPr>
          <p:cNvGrpSpPr/>
          <p:nvPr/>
        </p:nvGrpSpPr>
        <p:grpSpPr>
          <a:xfrm rot="2324012">
            <a:off x="10047880" y="4032689"/>
            <a:ext cx="748146" cy="429886"/>
            <a:chOff x="6968836" y="152005"/>
            <a:chExt cx="748146" cy="429886"/>
          </a:xfrm>
        </p:grpSpPr>
        <p:cxnSp>
          <p:nvCxnSpPr>
            <p:cNvPr id="32" name="Đường nối Thẳng 31">
              <a:extLst>
                <a:ext uri="{FF2B5EF4-FFF2-40B4-BE49-F238E27FC236}">
                  <a16:creationId xmlns:a16="http://schemas.microsoft.com/office/drawing/2014/main" id="{DDAC0977-4DDF-B379-952D-EED913DD2A58}"/>
                </a:ext>
              </a:extLst>
            </p:cNvPr>
            <p:cNvCxnSpPr/>
            <p:nvPr/>
          </p:nvCxnSpPr>
          <p:spPr>
            <a:xfrm>
              <a:off x="7079673" y="152005"/>
              <a:ext cx="484909" cy="42988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Đường nối Thẳng 32">
              <a:extLst>
                <a:ext uri="{FF2B5EF4-FFF2-40B4-BE49-F238E27FC236}">
                  <a16:creationId xmlns:a16="http://schemas.microsoft.com/office/drawing/2014/main" id="{F215B260-9C76-A6AA-766E-88222F07AF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8836" y="152005"/>
              <a:ext cx="748146" cy="42988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4" name="Nhóm 33">
            <a:extLst>
              <a:ext uri="{FF2B5EF4-FFF2-40B4-BE49-F238E27FC236}">
                <a16:creationId xmlns:a16="http://schemas.microsoft.com/office/drawing/2014/main" id="{F275D425-FEF0-DDB1-C425-6CE4229C3392}"/>
              </a:ext>
            </a:extLst>
          </p:cNvPr>
          <p:cNvGrpSpPr/>
          <p:nvPr/>
        </p:nvGrpSpPr>
        <p:grpSpPr>
          <a:xfrm rot="2324012">
            <a:off x="9094982" y="4032688"/>
            <a:ext cx="748146" cy="429886"/>
            <a:chOff x="6968836" y="152005"/>
            <a:chExt cx="748146" cy="429886"/>
          </a:xfrm>
        </p:grpSpPr>
        <p:cxnSp>
          <p:nvCxnSpPr>
            <p:cNvPr id="35" name="Đường nối Thẳng 34">
              <a:extLst>
                <a:ext uri="{FF2B5EF4-FFF2-40B4-BE49-F238E27FC236}">
                  <a16:creationId xmlns:a16="http://schemas.microsoft.com/office/drawing/2014/main" id="{8EF5B846-1CB5-15EB-D7F1-FBBA4EB4760B}"/>
                </a:ext>
              </a:extLst>
            </p:cNvPr>
            <p:cNvCxnSpPr/>
            <p:nvPr/>
          </p:nvCxnSpPr>
          <p:spPr>
            <a:xfrm>
              <a:off x="7079673" y="152005"/>
              <a:ext cx="484909" cy="42988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Đường nối Thẳng 35">
              <a:extLst>
                <a:ext uri="{FF2B5EF4-FFF2-40B4-BE49-F238E27FC236}">
                  <a16:creationId xmlns:a16="http://schemas.microsoft.com/office/drawing/2014/main" id="{05DA27A0-F38D-E253-74DA-EC7EF8591E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68836" y="152005"/>
              <a:ext cx="748146" cy="42988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7" name="Đường kết nối Mũi tên Thẳng 36">
            <a:extLst>
              <a:ext uri="{FF2B5EF4-FFF2-40B4-BE49-F238E27FC236}">
                <a16:creationId xmlns:a16="http://schemas.microsoft.com/office/drawing/2014/main" id="{C856DE98-D9BC-4C88-068F-6F04956B1F86}"/>
              </a:ext>
            </a:extLst>
          </p:cNvPr>
          <p:cNvCxnSpPr>
            <a:cxnSpLocks/>
          </p:cNvCxnSpPr>
          <p:nvPr/>
        </p:nvCxnSpPr>
        <p:spPr>
          <a:xfrm flipV="1">
            <a:off x="5264727" y="5755968"/>
            <a:ext cx="0" cy="4298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Đường kết nối Mũi tên Thẳng 37">
            <a:extLst>
              <a:ext uri="{FF2B5EF4-FFF2-40B4-BE49-F238E27FC236}">
                <a16:creationId xmlns:a16="http://schemas.microsoft.com/office/drawing/2014/main" id="{4F94C6CD-4D27-16D1-8F62-DAC557888F63}"/>
              </a:ext>
            </a:extLst>
          </p:cNvPr>
          <p:cNvCxnSpPr>
            <a:cxnSpLocks/>
          </p:cNvCxnSpPr>
          <p:nvPr/>
        </p:nvCxnSpPr>
        <p:spPr>
          <a:xfrm flipV="1">
            <a:off x="5264727" y="4017818"/>
            <a:ext cx="360218" cy="36021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Đường kết nối Mũi tên Thẳng 40">
            <a:extLst>
              <a:ext uri="{FF2B5EF4-FFF2-40B4-BE49-F238E27FC236}">
                <a16:creationId xmlns:a16="http://schemas.microsoft.com/office/drawing/2014/main" id="{FC8A1CED-B872-3122-B987-88AF87603663}"/>
              </a:ext>
            </a:extLst>
          </p:cNvPr>
          <p:cNvCxnSpPr>
            <a:cxnSpLocks/>
          </p:cNvCxnSpPr>
          <p:nvPr/>
        </p:nvCxnSpPr>
        <p:spPr>
          <a:xfrm flipV="1">
            <a:off x="5988363" y="2388917"/>
            <a:ext cx="0" cy="4512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Đường kết nối Mũi tên Thẳng 43">
            <a:extLst>
              <a:ext uri="{FF2B5EF4-FFF2-40B4-BE49-F238E27FC236}">
                <a16:creationId xmlns:a16="http://schemas.microsoft.com/office/drawing/2014/main" id="{55E6279E-D1F6-2D6A-3CE9-8CD78D4D802D}"/>
              </a:ext>
            </a:extLst>
          </p:cNvPr>
          <p:cNvCxnSpPr>
            <a:cxnSpLocks/>
          </p:cNvCxnSpPr>
          <p:nvPr/>
        </p:nvCxnSpPr>
        <p:spPr>
          <a:xfrm flipV="1">
            <a:off x="8326581" y="5755968"/>
            <a:ext cx="0" cy="4298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Đường kết nối Mũi tên Thẳng 44">
            <a:extLst>
              <a:ext uri="{FF2B5EF4-FFF2-40B4-BE49-F238E27FC236}">
                <a16:creationId xmlns:a16="http://schemas.microsoft.com/office/drawing/2014/main" id="{9FD558FE-04DA-2020-4724-C9B4F95F9997}"/>
              </a:ext>
            </a:extLst>
          </p:cNvPr>
          <p:cNvCxnSpPr>
            <a:cxnSpLocks/>
          </p:cNvCxnSpPr>
          <p:nvPr/>
        </p:nvCxnSpPr>
        <p:spPr>
          <a:xfrm flipV="1">
            <a:off x="8229599" y="4017818"/>
            <a:ext cx="447504" cy="36021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Đường kết nối Mũi tên Thẳng 47">
            <a:extLst>
              <a:ext uri="{FF2B5EF4-FFF2-40B4-BE49-F238E27FC236}">
                <a16:creationId xmlns:a16="http://schemas.microsoft.com/office/drawing/2014/main" id="{91FD7E3E-9FDD-D896-A4F2-0FAF3ED48C4F}"/>
              </a:ext>
            </a:extLst>
          </p:cNvPr>
          <p:cNvCxnSpPr>
            <a:cxnSpLocks/>
          </p:cNvCxnSpPr>
          <p:nvPr/>
        </p:nvCxnSpPr>
        <p:spPr>
          <a:xfrm flipH="1" flipV="1">
            <a:off x="6840945" y="2161309"/>
            <a:ext cx="2232612" cy="55418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Hộp Văn bản 51">
            <a:extLst>
              <a:ext uri="{FF2B5EF4-FFF2-40B4-BE49-F238E27FC236}">
                <a16:creationId xmlns:a16="http://schemas.microsoft.com/office/drawing/2014/main" id="{62564311-B15C-0DFF-05E9-08611C0BB434}"/>
              </a:ext>
            </a:extLst>
          </p:cNvPr>
          <p:cNvSpPr txBox="1"/>
          <p:nvPr/>
        </p:nvSpPr>
        <p:spPr>
          <a:xfrm>
            <a:off x="6722064" y="1477568"/>
            <a:ext cx="1330036" cy="5847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Alpha = 16</a:t>
            </a:r>
          </a:p>
          <a:p>
            <a:r>
              <a:rPr lang="en-US" sz="1600" dirty="0"/>
              <a:t>Beta = </a:t>
            </a:r>
            <a:r>
              <a:rPr lang="en-US" sz="1600" dirty="0" err="1"/>
              <a:t>oo</a:t>
            </a:r>
            <a:endParaRPr lang="vi-VN" sz="1600" dirty="0"/>
          </a:p>
        </p:txBody>
      </p:sp>
    </p:spTree>
    <p:extLst>
      <p:ext uri="{BB962C8B-B14F-4D97-AF65-F5344CB8AC3E}">
        <p14:creationId xmlns:p14="http://schemas.microsoft.com/office/powerpoint/2010/main" val="335646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5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5A4BF-5644-D0E6-E9B8-8965B90CA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ộp Văn bản 1">
            <a:extLst>
              <a:ext uri="{FF2B5EF4-FFF2-40B4-BE49-F238E27FC236}">
                <a16:creationId xmlns:a16="http://schemas.microsoft.com/office/drawing/2014/main" id="{0B0DC90E-C507-71FB-8BBB-4CDDD076DBB5}"/>
              </a:ext>
            </a:extLst>
          </p:cNvPr>
          <p:cNvSpPr txBox="1"/>
          <p:nvPr/>
        </p:nvSpPr>
        <p:spPr>
          <a:xfrm>
            <a:off x="838200" y="15200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Mẹo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chơi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game</a:t>
            </a: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122ED3A1-EDF8-A477-4675-1564561F0157}"/>
              </a:ext>
            </a:extLst>
          </p:cNvPr>
          <p:cNvSpPr txBox="1"/>
          <p:nvPr/>
        </p:nvSpPr>
        <p:spPr>
          <a:xfrm>
            <a:off x="2479964" y="1967345"/>
            <a:ext cx="71212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quân</a:t>
            </a:r>
            <a:r>
              <a:rPr lang="en-US" dirty="0"/>
              <a:t> ở </a:t>
            </a:r>
            <a:r>
              <a:rPr lang="en-US" dirty="0" err="1"/>
              <a:t>cột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4.</a:t>
            </a:r>
            <a:endParaRPr lang="vi-VN" dirty="0"/>
          </a:p>
          <a:p>
            <a:pPr lvl="0"/>
            <a:r>
              <a:rPr lang="en-US" dirty="0" err="1"/>
              <a:t>Chặn</a:t>
            </a:r>
            <a:r>
              <a:rPr lang="en-US" dirty="0"/>
              <a:t> AI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3 </a:t>
            </a:r>
            <a:r>
              <a:rPr lang="en-US" dirty="0" err="1"/>
              <a:t>quân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.</a:t>
            </a:r>
            <a:endParaRPr lang="vi-VN" dirty="0"/>
          </a:p>
          <a:p>
            <a:pPr lvl="0"/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2-3 </a:t>
            </a:r>
            <a:r>
              <a:rPr lang="en-US"/>
              <a:t>bước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, </a:t>
            </a:r>
            <a:r>
              <a:rPr lang="en-US" dirty="0" err="1"/>
              <a:t>vì</a:t>
            </a:r>
            <a:r>
              <a:rPr lang="en-US" dirty="0"/>
              <a:t> AI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nước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.</a:t>
            </a:r>
            <a:endParaRPr lang="vi-VN" dirty="0"/>
          </a:p>
          <a:p>
            <a:pPr lvl="0"/>
            <a:r>
              <a:rPr lang="en-US" dirty="0"/>
              <a:t>Quan </a:t>
            </a:r>
            <a:r>
              <a:rPr lang="en-US" dirty="0" err="1"/>
              <a:t>sát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chéo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AI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chéo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.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0885178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5268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F9D08-0D5F-1827-1F0A-67420FD2E1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F5F39-C814-49EB-D5B3-097B436AD3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6D78226-E86C-748B-C52C-76AC0CAE9D1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3015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7AECF2B-E50F-A6A6-AADE-456F742CD3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1D4F71-4885-3683-64D0-64BF6D3AC7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81CF957-9717-CF9C-DDCE-73E2B84B19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B01A400-0FCB-318B-954F-77575B0F60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EEB064E-27A5-9F9D-B86F-3633B918516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686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7981F-8DDB-4942-9095-1A301A9309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CÁM ƠN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DE8CBC-CC0F-41DD-9762-03FD26D3B0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648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4906</TotalTime>
  <Words>1378</Words>
  <Application>Microsoft Office PowerPoint</Application>
  <PresentationFormat>Màn hình rộng</PresentationFormat>
  <Paragraphs>158</Paragraphs>
  <Slides>34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6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34</vt:i4>
      </vt:variant>
    </vt:vector>
  </HeadingPairs>
  <TitlesOfParts>
    <vt:vector size="41" baseType="lpstr">
      <vt:lpstr>K2D</vt:lpstr>
      <vt:lpstr>Readex Pro</vt:lpstr>
      <vt:lpstr>Times New Roman</vt:lpstr>
      <vt:lpstr>Barlow</vt:lpstr>
      <vt:lpstr>Arial</vt:lpstr>
      <vt:lpstr>Symbol</vt:lpstr>
      <vt:lpstr>Office Theme</vt:lpstr>
      <vt:lpstr>Xây dựng trò chơi Caro Connect 4 dựa trên Heuristic với cắt tỉa Alpha-Beta </vt:lpstr>
      <vt:lpstr>Thành viên và phân công nhiệm vụ</vt:lpstr>
      <vt:lpstr>Nội dung báo báo</vt:lpstr>
      <vt:lpstr>Giới thiệu và mô tả bài toán</vt:lpstr>
      <vt:lpstr>Cách chạy dự án</vt:lpstr>
      <vt:lpstr>Bản trình bày PowerPoint</vt:lpstr>
      <vt:lpstr>Bản trình bày PowerPoint</vt:lpstr>
      <vt:lpstr>Bản trình bày PowerPoint</vt:lpstr>
      <vt:lpstr>Các chi tiết của phương pháp dùng để giải quyết bài toán</vt:lpstr>
      <vt:lpstr>Bản trình bày PowerPoint</vt:lpstr>
      <vt:lpstr>Bản trình bày PowerPoint</vt:lpstr>
      <vt:lpstr>Thuật toán Minimax (đệ quy)</vt:lpstr>
      <vt:lpstr>Cắt tỉa Alpha - Beta</vt:lpstr>
      <vt:lpstr>Hàm đánh giá (Heuristic)</vt:lpstr>
      <vt:lpstr>Ứng dụng thuật toán vào game  Caro connect-4.</vt:lpstr>
      <vt:lpstr>Mô tả trạng thái và nước đi trong game</vt:lpstr>
      <vt:lpstr>Bản trình bày PowerPoint</vt:lpstr>
      <vt:lpstr>Áp dụng thuật toán</vt:lpstr>
      <vt:lpstr>Áp dụng thuật toán</vt:lpstr>
      <vt:lpstr>Quy trình AI thực hiện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CÁM ƠN</vt:lpstr>
    </vt:vector>
  </TitlesOfParts>
  <Company>Can Tho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PowerPointTemplate_Blank</dc:title>
  <dc:creator>CTU Media</dc:creator>
  <cp:lastModifiedBy>Hoang tu Le</cp:lastModifiedBy>
  <cp:revision>234</cp:revision>
  <dcterms:created xsi:type="dcterms:W3CDTF">2022-07-01T08:15:51Z</dcterms:created>
  <dcterms:modified xsi:type="dcterms:W3CDTF">2025-11-17T09:40:27Z</dcterms:modified>
</cp:coreProperties>
</file>